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f7a672cd514572" /><Relationship Type="http://schemas.openxmlformats.org/officeDocument/2006/relationships/extended-properties" Target="/docProps/app.xml" Id="Rdd49aa5b319846f9" /><Relationship Type="http://schemas.openxmlformats.org/officeDocument/2006/relationships/officeDocument" Target="/ppt/presentation.xml" Id="Rd7398ea0f3fc43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e2aecb4c64442a"/>
  </p:sldMasterIdLst>
  <p:notesMasterIdLst>
    <p:notesMasterId xmlns:r="http://schemas.openxmlformats.org/officeDocument/2006/relationships" r:id="Ra25f25ea360f4713"/>
  </p:notesMasterIdLst>
  <p:sldIdLst>
    <p:sldId xmlns:r="http://schemas.openxmlformats.org/officeDocument/2006/relationships" id="256" r:id="Rbaa1de9feb4241a2"/>
  </p:sldIdLst>
  <p:sldSz cx="15240000" cy="647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3f7d49912843c0" /><Relationship Type="http://schemas.openxmlformats.org/officeDocument/2006/relationships/slideMaster" Target="/ppt/slideMasters/slideMaster1.xml" Id="R87e2aecb4c64442a" /><Relationship Type="http://schemas.openxmlformats.org/officeDocument/2006/relationships/notesMaster" Target="/ppt/notesMasters/notesMaster1.xml" Id="Ra25f25ea360f4713" /><Relationship Type="http://schemas.openxmlformats.org/officeDocument/2006/relationships/presProps" Target="/ppt/presProps.xml" Id="R0b72e02851a44e37" /><Relationship Type="http://schemas.openxmlformats.org/officeDocument/2006/relationships/tableStyles" Target="/ppt/tableStyles.xml" Id="R35c81f6e47fb4be8" /><Relationship Type="http://schemas.openxmlformats.org/officeDocument/2006/relationships/slide" Target="/ppt/slides/slide1.xml" Id="Rbaa1de9feb4241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a84019355d48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331555fc894df0" /><Relationship Type="http://schemas.openxmlformats.org/officeDocument/2006/relationships/notesMaster" Target="/ppt/notesMasters/notesMaster1.xml" Id="Rcdbca21f75e348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 decision formulations, with identical available image I, question q, and candidate set A. The graphic uses an isometric layer stack and an attention-pattern glyph: causal pattern for the AR VLM, dense pattern for NAR/bidirectional encoders. These are conceptual symbols, not claims about a particular architecture. (a) Sequential next-token generation, feedback, and parsed candidate choice. (b) Native candidate-label likelihoods, normalized across alternatives. Multi-token labels may require multiple likelihood evaluations. (c) Learned direct decision head on an AR representation, with frozen (Head) or adapted (e.g., LoRA + Head) backbone. (d) Candidate-conditioned NAR representations and the same shared learned scoring function applied independently/in parallel to each candidate, with no output-token decoding. A single shared decision head scores the NAR candidate representations. There are no parallel decision heads. Probability bars are schematic, not data. The blue backbone is shared conceptually by (a)-(c), so these are design points rather than disjoint model categories. All diagram elements, symbols, labels, lines, and arrows are native editable PowerPoint vectors. Content and references provided by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222fbedd2c4e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a797f01e74466a" /><Relationship Type="http://schemas.openxmlformats.org/officeDocument/2006/relationships/slideLayout" Target="/ppt/slideLayouts/slideLayout1.xml" Id="R6f5f3f406e4040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5f3f406e4040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49f31dee7479a" /><Relationship Type="http://schemas.openxmlformats.org/officeDocument/2006/relationships/notesSlide" Target="/ppt/notesSlides/notesSlide1.xml" Id="Rd0ea077324f249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2" name="vector-1">
            <a:extLst xmlns:a="http://schemas.openxmlformats.org/drawingml/2006/main">
              <a:ext uri="{FF2B5EF4-FFF2-40B4-BE49-F238E27FC236}">
                <a16:creationId xmlns:a16="http://schemas.microsoft.com/office/drawing/2014/main" id="{8C3354F4-C8F1-44AF-A29D-ECCB2507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905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8323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323E"/>
                </a:solidFill>
                <a:latin typeface="Arial"/>
                <a:ea typeface="Arial"/>
                <a:cs typeface="Arial"/>
              </a:rPr>
              <a:t>(a) AR generation</a:t>
            </a:r>
          </a:p>
        </p:txBody>
      </p:sp>
      <p:sp>
        <p:nvSpPr>
          <p:cNvPr id="2" name="vector-2">
            <a:extLst xmlns:a="http://schemas.openxmlformats.org/drawingml/2006/main">
              <a:ext uri="{FF2B5EF4-FFF2-40B4-BE49-F238E27FC236}">
                <a16:creationId xmlns:a16="http://schemas.microsoft.com/office/drawing/2014/main" id="{19E0083B-104C-4A10-A80B-3C73DC51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019175"/>
            <a:ext cx="457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3" name="vector-3">
            <a:extLst xmlns:a="http://schemas.openxmlformats.org/drawingml/2006/main">
              <a:ext uri="{FF2B5EF4-FFF2-40B4-BE49-F238E27FC236}">
                <a16:creationId xmlns:a16="http://schemas.microsoft.com/office/drawing/2014/main" id="{2B2045DB-3419-4D6C-BB84-10F87D47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" y="108394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7E8A"/>
          </a:solidFill>
          <a:ln xmlns:a="http://schemas.openxmlformats.org/drawingml/2006/main" w="15240">
            <a:noFill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680E29BB-3F2E-4B2A-9361-CA5B0DD8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71575"/>
            <a:ext cx="371475" cy="133350"/>
          </a:xfrm>
          <a:custGeom xmlns:a="http://schemas.openxmlformats.org/drawingml/2006/main">
            <a:pathLst>
              <a:path w="371475" h="133350">
                <a:moveTo>
                  <a:pt x="0" y="133350"/>
                </a:moveTo>
                <a:lnTo>
                  <a:pt x="123825" y="0"/>
                </a:lnTo>
                <a:lnTo>
                  <a:pt x="219075" y="95250"/>
                </a:lnTo>
                <a:lnTo>
                  <a:pt x="276225" y="38100"/>
                </a:lnTo>
                <a:lnTo>
                  <a:pt x="37147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47E8A"/>
            </a:solidFill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F6F3E210-F5A8-42D2-BA2C-C97F9DD7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962025"/>
            <a:ext cx="342900" cy="457200"/>
          </a:xfrm>
          <a:custGeom xmlns:a="http://schemas.openxmlformats.org/drawingml/2006/main">
            <a:pathLst>
              <a:path w="342900" h="457200">
                <a:moveTo>
                  <a:pt x="0" y="0"/>
                </a:moveTo>
                <a:lnTo>
                  <a:pt x="247650" y="0"/>
                </a:lnTo>
                <a:lnTo>
                  <a:pt x="342900" y="95250"/>
                </a:lnTo>
                <a:lnTo>
                  <a:pt x="342900" y="457200"/>
                </a:lnTo>
                <a:lnTo>
                  <a:pt x="0" y="457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47E8A"/>
            </a:solidFill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C4C85979-D62C-4672-AA31-116D1F92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9620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747E8A"/>
            </a:solidFill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91C684AC-C896-4C78-9EFB-C14BDAA5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1143000"/>
            <a:ext cx="190500" cy="953"/>
          </a:xfrm>
          <a:custGeom xmlns:a="http://schemas.openxmlformats.org/drawingml/2006/main">
            <a:pathLst>
              <a:path w="190500" h="953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0DF0DE95-F082-4B52-A796-E16B2A6A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1219200"/>
            <a:ext cx="190500" cy="953"/>
          </a:xfrm>
          <a:custGeom xmlns:a="http://schemas.openxmlformats.org/drawingml/2006/main">
            <a:pathLst>
              <a:path w="190500" h="953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A5B9301F-A8E8-4D89-BB72-80DA6AC3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1295400"/>
            <a:ext cx="142875" cy="953"/>
          </a:xfrm>
          <a:custGeom xmlns:a="http://schemas.openxmlformats.org/drawingml/2006/main">
            <a:pathLst>
              <a:path w="142875" h="953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10" name="vector-10">
            <a:extLst xmlns:a="http://schemas.openxmlformats.org/drawingml/2006/main">
              <a:ext uri="{FF2B5EF4-FFF2-40B4-BE49-F238E27FC236}">
                <a16:creationId xmlns:a16="http://schemas.microsoft.com/office/drawing/2014/main" id="{87CA2C44-416F-4CA5-B176-C1AF54DC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13" y="10048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47E8A"/>
            </a:solidFill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59615EBA-4F6B-43BC-A89F-0A8181B0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038225"/>
            <a:ext cx="266700" cy="953"/>
          </a:xfrm>
          <a:custGeom xmlns:a="http://schemas.openxmlformats.org/drawingml/2006/main"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12" name="vector-12">
            <a:extLst xmlns:a="http://schemas.openxmlformats.org/drawingml/2006/main">
              <a:ext uri="{FF2B5EF4-FFF2-40B4-BE49-F238E27FC236}">
                <a16:creationId xmlns:a16="http://schemas.microsoft.com/office/drawing/2014/main" id="{65C68DC5-59E4-4B18-8CF1-D9BFB941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13" y="11572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47E8A"/>
            </a:solidFill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2B608C6E-DF94-4473-8428-A6ADFE22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190625"/>
            <a:ext cx="266700" cy="953"/>
          </a:xfrm>
          <a:custGeom xmlns:a="http://schemas.openxmlformats.org/drawingml/2006/main"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14" name="vector-14">
            <a:extLst xmlns:a="http://schemas.openxmlformats.org/drawingml/2006/main">
              <a:ext uri="{FF2B5EF4-FFF2-40B4-BE49-F238E27FC236}">
                <a16:creationId xmlns:a16="http://schemas.microsoft.com/office/drawing/2014/main" id="{6E51F101-86DC-4DE2-8954-4599065A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13" y="13096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47E8A"/>
            </a:solidFill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4285A1C8-DFB8-4A82-ACF3-BCFD2165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343025"/>
            <a:ext cx="266700" cy="953"/>
          </a:xfrm>
          <a:custGeom xmlns:a="http://schemas.openxmlformats.org/drawingml/2006/main"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16" name="vector-16">
            <a:extLst xmlns:a="http://schemas.openxmlformats.org/drawingml/2006/main">
              <a:ext uri="{FF2B5EF4-FFF2-40B4-BE49-F238E27FC236}">
                <a16:creationId xmlns:a16="http://schemas.microsoft.com/office/drawing/2014/main" id="{2B760491-0C1D-4EE5-BCC0-1A05BC19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7" name="vector-17">
            <a:extLst xmlns:a="http://schemas.openxmlformats.org/drawingml/2006/main">
              <a:ext uri="{FF2B5EF4-FFF2-40B4-BE49-F238E27FC236}">
                <a16:creationId xmlns:a16="http://schemas.microsoft.com/office/drawing/2014/main" id="{02A29780-53A3-4391-89D3-4FFB000D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5240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18" name="vector-18">
            <a:extLst xmlns:a="http://schemas.openxmlformats.org/drawingml/2006/main">
              <a:ext uri="{FF2B5EF4-FFF2-40B4-BE49-F238E27FC236}">
                <a16:creationId xmlns:a16="http://schemas.microsoft.com/office/drawing/2014/main" id="{AE3ECF4D-4702-4264-A68E-E0255AB7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5240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9" name="path-19">
            <a:extLst xmlns:a="http://schemas.openxmlformats.org/drawingml/2006/main">
              <a:ext uri="{FF2B5EF4-FFF2-40B4-BE49-F238E27FC236}">
                <a16:creationId xmlns:a16="http://schemas.microsoft.com/office/drawing/2014/main" id="{24D2C626-30CB-46CD-A862-20021DFB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809750"/>
            <a:ext cx="953" cy="123825"/>
          </a:xfrm>
          <a:custGeom xmlns:a="http://schemas.openxmlformats.org/drawingml/2006/main">
            <a:pathLst>
              <a:path w="953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AEB7C2"/>
            </a:solidFill>
          </a:ln>
        </p:spPr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1A8BBD9F-7292-4A60-8181-6F4CC1FC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809750"/>
            <a:ext cx="953" cy="123825"/>
          </a:xfrm>
          <a:custGeom xmlns:a="http://schemas.openxmlformats.org/drawingml/2006/main">
            <a:pathLst>
              <a:path w="953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AEB7C2"/>
            </a:solidFill>
          </a:ln>
        </p:spPr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A2772D32-BDF8-4BA9-A4EB-8F85CDF5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809750"/>
            <a:ext cx="953" cy="123825"/>
          </a:xfrm>
          <a:custGeom xmlns:a="http://schemas.openxmlformats.org/drawingml/2006/main">
            <a:pathLst>
              <a:path w="953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AEB7C2"/>
            </a:solidFill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65FF5E7C-5317-490A-8559-ED6E17A8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933575"/>
            <a:ext cx="1657350" cy="953"/>
          </a:xfrm>
          <a:custGeom xmlns:a="http://schemas.openxmlformats.org/drawingml/2006/main">
            <a:pathLst>
              <a:path w="1657350" h="953">
                <a:moveTo>
                  <a:pt x="0" y="0"/>
                </a:moveTo>
                <a:lnTo>
                  <a:pt x="1657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AEB7C2"/>
            </a:solidFill>
          </a:ln>
        </p:spPr>
      </p:sp>
      <p:sp>
        <p:nvSpPr>
          <p:cNvPr id="23" name="vector-23">
            <a:extLst xmlns:a="http://schemas.openxmlformats.org/drawingml/2006/main">
              <a:ext uri="{FF2B5EF4-FFF2-40B4-BE49-F238E27FC236}">
                <a16:creationId xmlns:a16="http://schemas.microsoft.com/office/drawing/2014/main" id="{232BF935-8E20-484C-9610-5348B19A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524" y="193309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sp>
        <p:nvSpPr>
          <p:cNvPr id="24" name="vector-24">
            <a:extLst xmlns:a="http://schemas.openxmlformats.org/drawingml/2006/main">
              <a:ext uri="{FF2B5EF4-FFF2-40B4-BE49-F238E27FC236}">
                <a16:creationId xmlns:a16="http://schemas.microsoft.com/office/drawing/2014/main" id="{1E45B135-D9E9-4EB0-BD84-C85185D6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524" y="228552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cxnSp>
        <p:nvCxnSpPr>
          <p:cNvPr id="356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1905001" y="1934052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EB7C2"/>
            </a:solidFill>
            <a:tailEnd type="triangle" w="sm" len="sm"/>
          </a:ln>
        </p:spPr>
      </p:cxnSp>
      <p:sp>
        <p:nvSpPr>
          <p:cNvPr id="26" name="path-25">
            <a:extLst xmlns:a="http://schemas.openxmlformats.org/drawingml/2006/main">
              <a:ext uri="{FF2B5EF4-FFF2-40B4-BE49-F238E27FC236}">
                <a16:creationId xmlns:a16="http://schemas.microsoft.com/office/drawing/2014/main" id="{8D5C11A2-A2F2-4A11-B112-9DA04DD5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81275"/>
            <a:ext cx="1333500" cy="666750"/>
          </a:xfrm>
          <a:custGeom xmlns:a="http://schemas.openxmlformats.org/drawingml/2006/main">
            <a:pathLst>
              <a:path w="1333500" h="666750">
                <a:moveTo>
                  <a:pt x="666750" y="0"/>
                </a:moveTo>
                <a:lnTo>
                  <a:pt x="1333500" y="333375"/>
                </a:lnTo>
                <a:lnTo>
                  <a:pt x="666750" y="666750"/>
                </a:lnTo>
                <a:lnTo>
                  <a:pt x="0" y="333375"/>
                </a:lnTo>
                <a:close/>
              </a:path>
            </a:pathLst>
          </a:custGeom>
          <a:solidFill xmlns:a="http://schemas.openxmlformats.org/drawingml/2006/main">
            <a:srgbClr val="EFF4FC"/>
          </a:solidFill>
          <a:ln xmlns:a="http://schemas.openxmlformats.org/drawingml/2006/main" w="17145">
            <a:solidFill>
              <a:srgbClr val="4A73BC"/>
            </a:solidFill>
          </a:ln>
        </p:spPr>
      </p:sp>
      <p:sp>
        <p:nvSpPr>
          <p:cNvPr id="27" name="path-26">
            <a:extLst xmlns:a="http://schemas.openxmlformats.org/drawingml/2006/main">
              <a:ext uri="{FF2B5EF4-FFF2-40B4-BE49-F238E27FC236}">
                <a16:creationId xmlns:a16="http://schemas.microsoft.com/office/drawing/2014/main" id="{B0162DAD-8591-4953-8115-1ADC3925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1333500" cy="666750"/>
          </a:xfrm>
          <a:custGeom xmlns:a="http://schemas.openxmlformats.org/drawingml/2006/main">
            <a:pathLst>
              <a:path w="1333500" h="666750">
                <a:moveTo>
                  <a:pt x="666750" y="0"/>
                </a:moveTo>
                <a:lnTo>
                  <a:pt x="1333500" y="333375"/>
                </a:lnTo>
                <a:lnTo>
                  <a:pt x="666750" y="666750"/>
                </a:lnTo>
                <a:lnTo>
                  <a:pt x="0" y="333375"/>
                </a:lnTo>
                <a:close/>
              </a:path>
            </a:pathLst>
          </a:custGeom>
          <a:solidFill xmlns:a="http://schemas.openxmlformats.org/drawingml/2006/main">
            <a:srgbClr val="EFF4FC"/>
          </a:solidFill>
          <a:ln xmlns:a="http://schemas.openxmlformats.org/drawingml/2006/main" w="17145">
            <a:solidFill>
              <a:srgbClr val="4A73BC"/>
            </a:solidFill>
          </a:ln>
        </p:spPr>
      </p:sp>
      <p:sp>
        <p:nvSpPr>
          <p:cNvPr id="28" name="path-27">
            <a:extLst xmlns:a="http://schemas.openxmlformats.org/drawingml/2006/main">
              <a:ext uri="{FF2B5EF4-FFF2-40B4-BE49-F238E27FC236}">
                <a16:creationId xmlns:a16="http://schemas.microsoft.com/office/drawing/2014/main" id="{DB568676-4860-43C2-9350-5D6DC12B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71725"/>
            <a:ext cx="1333500" cy="666750"/>
          </a:xfrm>
          <a:custGeom xmlns:a="http://schemas.openxmlformats.org/drawingml/2006/main">
            <a:pathLst>
              <a:path w="1333500" h="666750">
                <a:moveTo>
                  <a:pt x="666750" y="0"/>
                </a:moveTo>
                <a:lnTo>
                  <a:pt x="1333500" y="333375"/>
                </a:lnTo>
                <a:lnTo>
                  <a:pt x="666750" y="666750"/>
                </a:lnTo>
                <a:lnTo>
                  <a:pt x="0" y="333375"/>
                </a:lnTo>
                <a:close/>
              </a:path>
            </a:pathLst>
          </a:custGeom>
          <a:solidFill xmlns:a="http://schemas.openxmlformats.org/drawingml/2006/main">
            <a:srgbClr val="EFF4FC"/>
          </a:solidFill>
          <a:ln xmlns:a="http://schemas.openxmlformats.org/drawingml/2006/main" w="17145">
            <a:solidFill>
              <a:srgbClr val="4A73BC"/>
            </a:solidFill>
          </a:ln>
        </p:spPr>
      </p:sp>
      <p:sp>
        <p:nvSpPr>
          <p:cNvPr id="29" name="path-28">
            <a:extLst xmlns:a="http://schemas.openxmlformats.org/drawingml/2006/main">
              <a:ext uri="{FF2B5EF4-FFF2-40B4-BE49-F238E27FC236}">
                <a16:creationId xmlns:a16="http://schemas.microsoft.com/office/drawing/2014/main" id="{E4329849-A4F5-45F8-BE9A-F2D19BA8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753" y="2456498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8" y="0"/>
                </a:moveTo>
                <a:lnTo>
                  <a:pt x="150495" y="39053"/>
                </a:lnTo>
                <a:lnTo>
                  <a:pt x="75248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30" name="path-29">
            <a:extLst xmlns:a="http://schemas.openxmlformats.org/drawingml/2006/main">
              <a:ext uri="{FF2B5EF4-FFF2-40B4-BE49-F238E27FC236}">
                <a16:creationId xmlns:a16="http://schemas.microsoft.com/office/drawing/2014/main" id="{5D0F38A9-189D-4676-9F14-A520A41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928" y="2518410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8" y="0"/>
                </a:moveTo>
                <a:lnTo>
                  <a:pt x="150495" y="39053"/>
                </a:lnTo>
                <a:lnTo>
                  <a:pt x="75248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AD6EA"/>
            </a:solidFill>
          </a:ln>
        </p:spPr>
      </p:sp>
      <p:sp>
        <p:nvSpPr>
          <p:cNvPr id="31" name="path-30">
            <a:extLst xmlns:a="http://schemas.openxmlformats.org/drawingml/2006/main">
              <a:ext uri="{FF2B5EF4-FFF2-40B4-BE49-F238E27FC236}">
                <a16:creationId xmlns:a16="http://schemas.microsoft.com/office/drawing/2014/main" id="{3A81DCEC-9907-49B6-BE9B-8ABA90E3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103" y="2580323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8" y="0"/>
                </a:moveTo>
                <a:lnTo>
                  <a:pt x="150495" y="39053"/>
                </a:lnTo>
                <a:lnTo>
                  <a:pt x="75248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AD6EA"/>
            </a:solidFill>
          </a:ln>
        </p:spPr>
      </p:sp>
      <p:sp>
        <p:nvSpPr>
          <p:cNvPr id="32" name="path-31">
            <a:extLst xmlns:a="http://schemas.openxmlformats.org/drawingml/2006/main">
              <a:ext uri="{FF2B5EF4-FFF2-40B4-BE49-F238E27FC236}">
                <a16:creationId xmlns:a16="http://schemas.microsoft.com/office/drawing/2014/main" id="{BA5D0160-3B34-469D-85AE-0D79A4FD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8" y="2642235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8" y="0"/>
                </a:moveTo>
                <a:lnTo>
                  <a:pt x="150495" y="39053"/>
                </a:lnTo>
                <a:lnTo>
                  <a:pt x="75248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AD6EA"/>
            </a:solidFill>
          </a:ln>
        </p:spPr>
      </p:sp>
      <p:sp>
        <p:nvSpPr>
          <p:cNvPr id="33" name="path-32">
            <a:extLst xmlns:a="http://schemas.openxmlformats.org/drawingml/2006/main">
              <a:ext uri="{FF2B5EF4-FFF2-40B4-BE49-F238E27FC236}">
                <a16:creationId xmlns:a16="http://schemas.microsoft.com/office/drawing/2014/main" id="{D62FBE65-0159-42F1-A466-6E4EE00F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578" y="2518410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8" y="0"/>
                </a:moveTo>
                <a:lnTo>
                  <a:pt x="150495" y="39053"/>
                </a:lnTo>
                <a:lnTo>
                  <a:pt x="75248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34" name="path-33">
            <a:extLst xmlns:a="http://schemas.openxmlformats.org/drawingml/2006/main">
              <a:ext uri="{FF2B5EF4-FFF2-40B4-BE49-F238E27FC236}">
                <a16:creationId xmlns:a16="http://schemas.microsoft.com/office/drawing/2014/main" id="{6B124D9B-B441-4969-93D6-19DFA109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753" y="2580323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8" y="0"/>
                </a:moveTo>
                <a:lnTo>
                  <a:pt x="150495" y="39053"/>
                </a:lnTo>
                <a:lnTo>
                  <a:pt x="75248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35" name="path-34">
            <a:extLst xmlns:a="http://schemas.openxmlformats.org/drawingml/2006/main">
              <a:ext uri="{FF2B5EF4-FFF2-40B4-BE49-F238E27FC236}">
                <a16:creationId xmlns:a16="http://schemas.microsoft.com/office/drawing/2014/main" id="{E8384E69-36E9-4754-9AC2-8A12D4E1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928" y="2642235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8" y="0"/>
                </a:moveTo>
                <a:lnTo>
                  <a:pt x="150495" y="39053"/>
                </a:lnTo>
                <a:lnTo>
                  <a:pt x="75248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AD6EA"/>
            </a:solidFill>
          </a:ln>
        </p:spPr>
      </p:sp>
      <p:sp>
        <p:nvSpPr>
          <p:cNvPr id="36" name="path-35">
            <a:extLst xmlns:a="http://schemas.openxmlformats.org/drawingml/2006/main">
              <a:ext uri="{FF2B5EF4-FFF2-40B4-BE49-F238E27FC236}">
                <a16:creationId xmlns:a16="http://schemas.microsoft.com/office/drawing/2014/main" id="{80AF5403-4A30-4F45-B7F5-CA5E1C99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103" y="2704148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8" y="0"/>
                </a:moveTo>
                <a:lnTo>
                  <a:pt x="150495" y="39053"/>
                </a:lnTo>
                <a:lnTo>
                  <a:pt x="75248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AD6EA"/>
            </a:solidFill>
          </a:ln>
        </p:spPr>
      </p:sp>
      <p:sp>
        <p:nvSpPr>
          <p:cNvPr id="37" name="path-36">
            <a:extLst xmlns:a="http://schemas.openxmlformats.org/drawingml/2006/main">
              <a:ext uri="{FF2B5EF4-FFF2-40B4-BE49-F238E27FC236}">
                <a16:creationId xmlns:a16="http://schemas.microsoft.com/office/drawing/2014/main" id="{64918FED-D57C-4F4E-A270-44E2F3D1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403" y="2580323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8" y="0"/>
                </a:moveTo>
                <a:lnTo>
                  <a:pt x="150495" y="39053"/>
                </a:lnTo>
                <a:lnTo>
                  <a:pt x="75248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38" name="path-37">
            <a:extLst xmlns:a="http://schemas.openxmlformats.org/drawingml/2006/main">
              <a:ext uri="{FF2B5EF4-FFF2-40B4-BE49-F238E27FC236}">
                <a16:creationId xmlns:a16="http://schemas.microsoft.com/office/drawing/2014/main" id="{347E1793-C7FB-4515-AFED-59B1975D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578" y="2642235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8" y="0"/>
                </a:moveTo>
                <a:lnTo>
                  <a:pt x="150495" y="39053"/>
                </a:lnTo>
                <a:lnTo>
                  <a:pt x="75248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39" name="path-38">
            <a:extLst xmlns:a="http://schemas.openxmlformats.org/drawingml/2006/main">
              <a:ext uri="{FF2B5EF4-FFF2-40B4-BE49-F238E27FC236}">
                <a16:creationId xmlns:a16="http://schemas.microsoft.com/office/drawing/2014/main" id="{AFD65E54-8F69-439B-B351-650CA16A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753" y="2704148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8" y="0"/>
                </a:moveTo>
                <a:lnTo>
                  <a:pt x="150495" y="39053"/>
                </a:lnTo>
                <a:lnTo>
                  <a:pt x="75248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40" name="path-39">
            <a:extLst xmlns:a="http://schemas.openxmlformats.org/drawingml/2006/main">
              <a:ext uri="{FF2B5EF4-FFF2-40B4-BE49-F238E27FC236}">
                <a16:creationId xmlns:a16="http://schemas.microsoft.com/office/drawing/2014/main" id="{74F6B424-1406-42FF-876C-6C477DD4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928" y="2766060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8" y="0"/>
                </a:moveTo>
                <a:lnTo>
                  <a:pt x="150495" y="39053"/>
                </a:lnTo>
                <a:lnTo>
                  <a:pt x="75248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AD6EA"/>
            </a:solidFill>
          </a:ln>
        </p:spPr>
      </p:sp>
      <p:sp>
        <p:nvSpPr>
          <p:cNvPr id="41" name="path-40">
            <a:extLst xmlns:a="http://schemas.openxmlformats.org/drawingml/2006/main">
              <a:ext uri="{FF2B5EF4-FFF2-40B4-BE49-F238E27FC236}">
                <a16:creationId xmlns:a16="http://schemas.microsoft.com/office/drawing/2014/main" id="{B5BA3830-EFC4-4C1C-B5CA-F96512C6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228" y="2642235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8" y="0"/>
                </a:moveTo>
                <a:lnTo>
                  <a:pt x="150495" y="39053"/>
                </a:lnTo>
                <a:lnTo>
                  <a:pt x="75248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42" name="path-41">
            <a:extLst xmlns:a="http://schemas.openxmlformats.org/drawingml/2006/main">
              <a:ext uri="{FF2B5EF4-FFF2-40B4-BE49-F238E27FC236}">
                <a16:creationId xmlns:a16="http://schemas.microsoft.com/office/drawing/2014/main" id="{6AF7DA32-E2DD-4F53-9D70-15E63E71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403" y="2704148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8" y="0"/>
                </a:moveTo>
                <a:lnTo>
                  <a:pt x="150495" y="39053"/>
                </a:lnTo>
                <a:lnTo>
                  <a:pt x="75248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43" name="path-42">
            <a:extLst xmlns:a="http://schemas.openxmlformats.org/drawingml/2006/main">
              <a:ext uri="{FF2B5EF4-FFF2-40B4-BE49-F238E27FC236}">
                <a16:creationId xmlns:a16="http://schemas.microsoft.com/office/drawing/2014/main" id="{82B41F2F-85B7-4AC1-AEAC-58E681B3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578" y="2766060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8" y="0"/>
                </a:moveTo>
                <a:lnTo>
                  <a:pt x="150495" y="39053"/>
                </a:lnTo>
                <a:lnTo>
                  <a:pt x="75248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44" name="path-43">
            <a:extLst xmlns:a="http://schemas.openxmlformats.org/drawingml/2006/main">
              <a:ext uri="{FF2B5EF4-FFF2-40B4-BE49-F238E27FC236}">
                <a16:creationId xmlns:a16="http://schemas.microsoft.com/office/drawing/2014/main" id="{CA91433F-3443-40F9-81D1-F1D574A2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753" y="2827973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8" y="0"/>
                </a:moveTo>
                <a:lnTo>
                  <a:pt x="150495" y="39053"/>
                </a:lnTo>
                <a:lnTo>
                  <a:pt x="75248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45" name="vector-44">
            <a:extLst xmlns:a="http://schemas.openxmlformats.org/drawingml/2006/main">
              <a:ext uri="{FF2B5EF4-FFF2-40B4-BE49-F238E27FC236}">
                <a16:creationId xmlns:a16="http://schemas.microsoft.com/office/drawing/2014/main" id="{E9A7CD9B-A88A-4074-9E60-467F9813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190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A73B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A73BC"/>
                </a:solidFill>
                <a:latin typeface="Arial"/>
                <a:ea typeface="Arial"/>
                <a:cs typeface="Arial"/>
              </a:rPr>
              <a:t>AR VLM</a:t>
            </a:r>
          </a:p>
        </p:txBody>
      </p:sp>
      <p:sp>
        <p:nvSpPr>
          <p:cNvPr id="46" name="path-45">
            <a:extLst xmlns:a="http://schemas.openxmlformats.org/drawingml/2006/main">
              <a:ext uri="{FF2B5EF4-FFF2-40B4-BE49-F238E27FC236}">
                <a16:creationId xmlns:a16="http://schemas.microsoft.com/office/drawing/2014/main" id="{94F259E6-1FF7-4F38-9D18-54F4D1DD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90575"/>
            <a:ext cx="953" cy="5076825"/>
          </a:xfrm>
          <a:custGeom xmlns:a="http://schemas.openxmlformats.org/drawingml/2006/main">
            <a:pathLst>
              <a:path w="953" h="5076825">
                <a:moveTo>
                  <a:pt x="0" y="0"/>
                </a:moveTo>
                <a:lnTo>
                  <a:pt x="0" y="50768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7EBF0"/>
            </a:solidFill>
          </a:ln>
        </p:spPr>
      </p:sp>
      <p:sp>
        <p:nvSpPr>
          <p:cNvPr id="47" name="vector-46">
            <a:extLst xmlns:a="http://schemas.openxmlformats.org/drawingml/2006/main">
              <a:ext uri="{FF2B5EF4-FFF2-40B4-BE49-F238E27FC236}">
                <a16:creationId xmlns:a16="http://schemas.microsoft.com/office/drawing/2014/main" id="{2FBE753A-C286-4745-87B4-C085FE36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905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8323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323E"/>
                </a:solidFill>
                <a:latin typeface="Arial"/>
                <a:ea typeface="Arial"/>
                <a:cs typeface="Arial"/>
              </a:rPr>
              <a:t>(b) Label likelihood</a:t>
            </a:r>
          </a:p>
        </p:txBody>
      </p:sp>
      <p:sp>
        <p:nvSpPr>
          <p:cNvPr id="48" name="vector-47">
            <a:extLst xmlns:a="http://schemas.openxmlformats.org/drawingml/2006/main">
              <a:ext uri="{FF2B5EF4-FFF2-40B4-BE49-F238E27FC236}">
                <a16:creationId xmlns:a16="http://schemas.microsoft.com/office/drawing/2014/main" id="{76D65F2B-1B2C-437A-B77B-851B86B6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019175"/>
            <a:ext cx="457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49" name="vector-48">
            <a:extLst xmlns:a="http://schemas.openxmlformats.org/drawingml/2006/main">
              <a:ext uri="{FF2B5EF4-FFF2-40B4-BE49-F238E27FC236}">
                <a16:creationId xmlns:a16="http://schemas.microsoft.com/office/drawing/2014/main" id="{2B85AA13-EA53-4DB3-9F08-2007D88C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145" y="108394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7E8A"/>
          </a:solidFill>
          <a:ln xmlns:a="http://schemas.openxmlformats.org/drawingml/2006/main" w="15240">
            <a:noFill/>
          </a:ln>
        </p:spPr>
      </p:sp>
      <p:sp>
        <p:nvSpPr>
          <p:cNvPr id="50" name="path-49">
            <a:extLst xmlns:a="http://schemas.openxmlformats.org/drawingml/2006/main">
              <a:ext uri="{FF2B5EF4-FFF2-40B4-BE49-F238E27FC236}">
                <a16:creationId xmlns:a16="http://schemas.microsoft.com/office/drawing/2014/main" id="{B78F3C40-6DD9-49BC-BECC-D4EF8D3D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171575"/>
            <a:ext cx="371475" cy="133350"/>
          </a:xfrm>
          <a:custGeom xmlns:a="http://schemas.openxmlformats.org/drawingml/2006/main">
            <a:pathLst>
              <a:path w="371475" h="133350">
                <a:moveTo>
                  <a:pt x="0" y="133350"/>
                </a:moveTo>
                <a:lnTo>
                  <a:pt x="123825" y="0"/>
                </a:lnTo>
                <a:lnTo>
                  <a:pt x="219075" y="95250"/>
                </a:lnTo>
                <a:lnTo>
                  <a:pt x="276225" y="38100"/>
                </a:lnTo>
                <a:lnTo>
                  <a:pt x="37147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47E8A"/>
            </a:solidFill>
          </a:ln>
        </p:spPr>
      </p:sp>
      <p:sp>
        <p:nvSpPr>
          <p:cNvPr id="51" name="path-50">
            <a:extLst xmlns:a="http://schemas.openxmlformats.org/drawingml/2006/main">
              <a:ext uri="{FF2B5EF4-FFF2-40B4-BE49-F238E27FC236}">
                <a16:creationId xmlns:a16="http://schemas.microsoft.com/office/drawing/2014/main" id="{642DDBF7-0CE7-41A5-AE1A-A4928EAE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962025"/>
            <a:ext cx="342900" cy="457200"/>
          </a:xfrm>
          <a:custGeom xmlns:a="http://schemas.openxmlformats.org/drawingml/2006/main">
            <a:pathLst>
              <a:path w="342900" h="457200">
                <a:moveTo>
                  <a:pt x="0" y="0"/>
                </a:moveTo>
                <a:lnTo>
                  <a:pt x="247650" y="0"/>
                </a:lnTo>
                <a:lnTo>
                  <a:pt x="342900" y="95250"/>
                </a:lnTo>
                <a:lnTo>
                  <a:pt x="342900" y="457200"/>
                </a:lnTo>
                <a:lnTo>
                  <a:pt x="0" y="457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47E8A"/>
            </a:solidFill>
          </a:ln>
        </p:spPr>
      </p:sp>
      <p:sp>
        <p:nvSpPr>
          <p:cNvPr id="52" name="path-51">
            <a:extLst xmlns:a="http://schemas.openxmlformats.org/drawingml/2006/main">
              <a:ext uri="{FF2B5EF4-FFF2-40B4-BE49-F238E27FC236}">
                <a16:creationId xmlns:a16="http://schemas.microsoft.com/office/drawing/2014/main" id="{B5DF1893-0A0D-4E6C-A3A7-E81D5CCB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9620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747E8A"/>
            </a:solidFill>
          </a:ln>
        </p:spPr>
      </p:sp>
      <p:sp>
        <p:nvSpPr>
          <p:cNvPr id="53" name="path-52">
            <a:extLst xmlns:a="http://schemas.openxmlformats.org/drawingml/2006/main">
              <a:ext uri="{FF2B5EF4-FFF2-40B4-BE49-F238E27FC236}">
                <a16:creationId xmlns:a16="http://schemas.microsoft.com/office/drawing/2014/main" id="{B3B8CAF9-6D93-496A-97DD-B227F53D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143000"/>
            <a:ext cx="190500" cy="953"/>
          </a:xfrm>
          <a:custGeom xmlns:a="http://schemas.openxmlformats.org/drawingml/2006/main">
            <a:pathLst>
              <a:path w="190500" h="953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54" name="path-53">
            <a:extLst xmlns:a="http://schemas.openxmlformats.org/drawingml/2006/main">
              <a:ext uri="{FF2B5EF4-FFF2-40B4-BE49-F238E27FC236}">
                <a16:creationId xmlns:a16="http://schemas.microsoft.com/office/drawing/2014/main" id="{A705E274-BEB5-4AEF-AC08-626B402E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219200"/>
            <a:ext cx="190500" cy="953"/>
          </a:xfrm>
          <a:custGeom xmlns:a="http://schemas.openxmlformats.org/drawingml/2006/main">
            <a:pathLst>
              <a:path w="190500" h="953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55" name="path-54">
            <a:extLst xmlns:a="http://schemas.openxmlformats.org/drawingml/2006/main">
              <a:ext uri="{FF2B5EF4-FFF2-40B4-BE49-F238E27FC236}">
                <a16:creationId xmlns:a16="http://schemas.microsoft.com/office/drawing/2014/main" id="{BCDE067A-4359-441E-98B8-5CEBAB1F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295400"/>
            <a:ext cx="142875" cy="953"/>
          </a:xfrm>
          <a:custGeom xmlns:a="http://schemas.openxmlformats.org/drawingml/2006/main">
            <a:pathLst>
              <a:path w="142875" h="953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56" name="vector-55">
            <a:extLst xmlns:a="http://schemas.openxmlformats.org/drawingml/2006/main">
              <a:ext uri="{FF2B5EF4-FFF2-40B4-BE49-F238E27FC236}">
                <a16:creationId xmlns:a16="http://schemas.microsoft.com/office/drawing/2014/main" id="{4553493E-F528-484B-8C9E-9412DEAC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8413" y="10048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47E8A"/>
            </a:solidFill>
          </a:ln>
        </p:spPr>
      </p:sp>
      <p:sp>
        <p:nvSpPr>
          <p:cNvPr id="57" name="path-56">
            <a:extLst xmlns:a="http://schemas.openxmlformats.org/drawingml/2006/main">
              <a:ext uri="{FF2B5EF4-FFF2-40B4-BE49-F238E27FC236}">
                <a16:creationId xmlns:a16="http://schemas.microsoft.com/office/drawing/2014/main" id="{2BFBDABA-66F2-4BDB-87B5-E9B9F12A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038225"/>
            <a:ext cx="266700" cy="953"/>
          </a:xfrm>
          <a:custGeom xmlns:a="http://schemas.openxmlformats.org/drawingml/2006/main"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58" name="vector-57">
            <a:extLst xmlns:a="http://schemas.openxmlformats.org/drawingml/2006/main">
              <a:ext uri="{FF2B5EF4-FFF2-40B4-BE49-F238E27FC236}">
                <a16:creationId xmlns:a16="http://schemas.microsoft.com/office/drawing/2014/main" id="{84A898DD-1CBB-401D-BCC8-A0F324A2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8413" y="11572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47E8A"/>
            </a:solidFill>
          </a:ln>
        </p:spPr>
      </p:sp>
      <p:sp>
        <p:nvSpPr>
          <p:cNvPr id="59" name="path-58">
            <a:extLst xmlns:a="http://schemas.openxmlformats.org/drawingml/2006/main">
              <a:ext uri="{FF2B5EF4-FFF2-40B4-BE49-F238E27FC236}">
                <a16:creationId xmlns:a16="http://schemas.microsoft.com/office/drawing/2014/main" id="{EC03A6B1-7080-4664-BD55-5F8DF32C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190625"/>
            <a:ext cx="266700" cy="953"/>
          </a:xfrm>
          <a:custGeom xmlns:a="http://schemas.openxmlformats.org/drawingml/2006/main"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60" name="vector-59">
            <a:extLst xmlns:a="http://schemas.openxmlformats.org/drawingml/2006/main">
              <a:ext uri="{FF2B5EF4-FFF2-40B4-BE49-F238E27FC236}">
                <a16:creationId xmlns:a16="http://schemas.microsoft.com/office/drawing/2014/main" id="{B2F3E3CE-863D-4E9B-93C6-263F8761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8413" y="13096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47E8A"/>
            </a:solidFill>
          </a:ln>
        </p:spPr>
      </p:sp>
      <p:sp>
        <p:nvSpPr>
          <p:cNvPr id="61" name="path-60">
            <a:extLst xmlns:a="http://schemas.openxmlformats.org/drawingml/2006/main">
              <a:ext uri="{FF2B5EF4-FFF2-40B4-BE49-F238E27FC236}">
                <a16:creationId xmlns:a16="http://schemas.microsoft.com/office/drawing/2014/main" id="{1DD02B64-B35B-4BE5-8C72-630CBB44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343025"/>
            <a:ext cx="266700" cy="953"/>
          </a:xfrm>
          <a:custGeom xmlns:a="http://schemas.openxmlformats.org/drawingml/2006/main"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62" name="vector-61">
            <a:extLst xmlns:a="http://schemas.openxmlformats.org/drawingml/2006/main">
              <a:ext uri="{FF2B5EF4-FFF2-40B4-BE49-F238E27FC236}">
                <a16:creationId xmlns:a16="http://schemas.microsoft.com/office/drawing/2014/main" id="{02A7D368-9251-4D98-913B-CFD22AB7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5240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3" name="vector-62">
            <a:extLst xmlns:a="http://schemas.openxmlformats.org/drawingml/2006/main">
              <a:ext uri="{FF2B5EF4-FFF2-40B4-BE49-F238E27FC236}">
                <a16:creationId xmlns:a16="http://schemas.microsoft.com/office/drawing/2014/main" id="{DAB56A17-05F7-4489-9385-D8D8348B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240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64" name="vector-63">
            <a:extLst xmlns:a="http://schemas.openxmlformats.org/drawingml/2006/main">
              <a:ext uri="{FF2B5EF4-FFF2-40B4-BE49-F238E27FC236}">
                <a16:creationId xmlns:a16="http://schemas.microsoft.com/office/drawing/2014/main" id="{EBB643D2-55F8-4871-9D0A-F9A49D5F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240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5" name="path-64">
            <a:extLst xmlns:a="http://schemas.openxmlformats.org/drawingml/2006/main">
              <a:ext uri="{FF2B5EF4-FFF2-40B4-BE49-F238E27FC236}">
                <a16:creationId xmlns:a16="http://schemas.microsoft.com/office/drawing/2014/main" id="{D2DF88E6-FC40-4D3B-9208-9D1D1701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809750"/>
            <a:ext cx="953" cy="123825"/>
          </a:xfrm>
          <a:custGeom xmlns:a="http://schemas.openxmlformats.org/drawingml/2006/main">
            <a:pathLst>
              <a:path w="953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AEB7C2"/>
            </a:solidFill>
          </a:ln>
        </p:spPr>
      </p:sp>
      <p:sp>
        <p:nvSpPr>
          <p:cNvPr id="66" name="path-65">
            <a:extLst xmlns:a="http://schemas.openxmlformats.org/drawingml/2006/main">
              <a:ext uri="{FF2B5EF4-FFF2-40B4-BE49-F238E27FC236}">
                <a16:creationId xmlns:a16="http://schemas.microsoft.com/office/drawing/2014/main" id="{4B65773B-CD13-4626-9FE9-ECE5B4DD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953" cy="123825"/>
          </a:xfrm>
          <a:custGeom xmlns:a="http://schemas.openxmlformats.org/drawingml/2006/main">
            <a:pathLst>
              <a:path w="953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AEB7C2"/>
            </a:solidFill>
          </a:ln>
        </p:spPr>
      </p:sp>
      <p:sp>
        <p:nvSpPr>
          <p:cNvPr id="67" name="path-66">
            <a:extLst xmlns:a="http://schemas.openxmlformats.org/drawingml/2006/main">
              <a:ext uri="{FF2B5EF4-FFF2-40B4-BE49-F238E27FC236}">
                <a16:creationId xmlns:a16="http://schemas.microsoft.com/office/drawing/2014/main" id="{AD093D90-0A20-41AF-8291-BB8025B5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09750"/>
            <a:ext cx="953" cy="123825"/>
          </a:xfrm>
          <a:custGeom xmlns:a="http://schemas.openxmlformats.org/drawingml/2006/main">
            <a:pathLst>
              <a:path w="953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AEB7C2"/>
            </a:solidFill>
          </a:ln>
        </p:spPr>
      </p:sp>
      <p:sp>
        <p:nvSpPr>
          <p:cNvPr id="68" name="path-67">
            <a:extLst xmlns:a="http://schemas.openxmlformats.org/drawingml/2006/main">
              <a:ext uri="{FF2B5EF4-FFF2-40B4-BE49-F238E27FC236}">
                <a16:creationId xmlns:a16="http://schemas.microsoft.com/office/drawing/2014/main" id="{5756818B-9EF8-46AD-8C99-7CB30DA1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933575"/>
            <a:ext cx="1657350" cy="953"/>
          </a:xfrm>
          <a:custGeom xmlns:a="http://schemas.openxmlformats.org/drawingml/2006/main">
            <a:pathLst>
              <a:path w="1657350" h="953">
                <a:moveTo>
                  <a:pt x="0" y="0"/>
                </a:moveTo>
                <a:lnTo>
                  <a:pt x="1657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AEB7C2"/>
            </a:solidFill>
          </a:ln>
        </p:spPr>
      </p:sp>
      <p:sp>
        <p:nvSpPr>
          <p:cNvPr id="69" name="vector-68">
            <a:extLst xmlns:a="http://schemas.openxmlformats.org/drawingml/2006/main">
              <a:ext uri="{FF2B5EF4-FFF2-40B4-BE49-F238E27FC236}">
                <a16:creationId xmlns:a16="http://schemas.microsoft.com/office/drawing/2014/main" id="{E0E27F29-12F0-49BA-9582-A3A5E92C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524" y="193309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sp>
        <p:nvSpPr>
          <p:cNvPr id="70" name="vector-69">
            <a:extLst xmlns:a="http://schemas.openxmlformats.org/drawingml/2006/main">
              <a:ext uri="{FF2B5EF4-FFF2-40B4-BE49-F238E27FC236}">
                <a16:creationId xmlns:a16="http://schemas.microsoft.com/office/drawing/2014/main" id="{AEEED742-F24B-4F0F-A83B-5A0FC8FB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524" y="228552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cxnSp>
        <p:nvCxnSpPr>
          <p:cNvPr id="402" name=""/>
          <p:cNvCxnSpPr>
            <a:stCxn xmlns:a="http://schemas.openxmlformats.org/drawingml/2006/main" id="69" idx="2"/>
            <a:endCxn xmlns:a="http://schemas.openxmlformats.org/drawingml/2006/main" id="70" idx="0"/>
          </p:cNvCxnSpPr>
          <p:nvPr/>
        </p:nvCxnSpPr>
        <p:spPr>
          <a:xfrm xmlns:a="http://schemas.openxmlformats.org/drawingml/2006/main">
            <a:off x="5715001" y="1934052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EB7C2"/>
            </a:solidFill>
            <a:tailEnd type="triangle" w="sm" len="sm"/>
          </a:ln>
        </p:spPr>
      </p:cxnSp>
      <p:sp>
        <p:nvSpPr>
          <p:cNvPr id="72" name="path-70">
            <a:extLst xmlns:a="http://schemas.openxmlformats.org/drawingml/2006/main">
              <a:ext uri="{FF2B5EF4-FFF2-40B4-BE49-F238E27FC236}">
                <a16:creationId xmlns:a16="http://schemas.microsoft.com/office/drawing/2014/main" id="{82D80E0F-479F-4F7A-A0CB-C1A77784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81275"/>
            <a:ext cx="1333500" cy="666750"/>
          </a:xfrm>
          <a:custGeom xmlns:a="http://schemas.openxmlformats.org/drawingml/2006/main">
            <a:pathLst>
              <a:path w="1333500" h="666750">
                <a:moveTo>
                  <a:pt x="666750" y="0"/>
                </a:moveTo>
                <a:lnTo>
                  <a:pt x="1333500" y="333375"/>
                </a:lnTo>
                <a:lnTo>
                  <a:pt x="666750" y="666750"/>
                </a:lnTo>
                <a:lnTo>
                  <a:pt x="0" y="333375"/>
                </a:lnTo>
                <a:close/>
              </a:path>
            </a:pathLst>
          </a:custGeom>
          <a:solidFill xmlns:a="http://schemas.openxmlformats.org/drawingml/2006/main">
            <a:srgbClr val="EFF4FC"/>
          </a:solidFill>
          <a:ln xmlns:a="http://schemas.openxmlformats.org/drawingml/2006/main" w="17145">
            <a:solidFill>
              <a:srgbClr val="4A73BC"/>
            </a:solidFill>
          </a:ln>
        </p:spPr>
      </p:sp>
      <p:sp>
        <p:nvSpPr>
          <p:cNvPr id="73" name="path-71">
            <a:extLst xmlns:a="http://schemas.openxmlformats.org/drawingml/2006/main">
              <a:ext uri="{FF2B5EF4-FFF2-40B4-BE49-F238E27FC236}">
                <a16:creationId xmlns:a16="http://schemas.microsoft.com/office/drawing/2014/main" id="{87875453-4026-4C6B-ACC7-7B283F5E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1333500" cy="666750"/>
          </a:xfrm>
          <a:custGeom xmlns:a="http://schemas.openxmlformats.org/drawingml/2006/main">
            <a:pathLst>
              <a:path w="1333500" h="666750">
                <a:moveTo>
                  <a:pt x="666750" y="0"/>
                </a:moveTo>
                <a:lnTo>
                  <a:pt x="1333500" y="333375"/>
                </a:lnTo>
                <a:lnTo>
                  <a:pt x="666750" y="666750"/>
                </a:lnTo>
                <a:lnTo>
                  <a:pt x="0" y="333375"/>
                </a:lnTo>
                <a:close/>
              </a:path>
            </a:pathLst>
          </a:custGeom>
          <a:solidFill xmlns:a="http://schemas.openxmlformats.org/drawingml/2006/main">
            <a:srgbClr val="EFF4FC"/>
          </a:solidFill>
          <a:ln xmlns:a="http://schemas.openxmlformats.org/drawingml/2006/main" w="17145">
            <a:solidFill>
              <a:srgbClr val="4A73BC"/>
            </a:solidFill>
          </a:ln>
        </p:spPr>
      </p:sp>
      <p:sp>
        <p:nvSpPr>
          <p:cNvPr id="74" name="path-72">
            <a:extLst xmlns:a="http://schemas.openxmlformats.org/drawingml/2006/main">
              <a:ext uri="{FF2B5EF4-FFF2-40B4-BE49-F238E27FC236}">
                <a16:creationId xmlns:a16="http://schemas.microsoft.com/office/drawing/2014/main" id="{09DC178D-2654-4713-9EA7-78141412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71725"/>
            <a:ext cx="1333500" cy="666750"/>
          </a:xfrm>
          <a:custGeom xmlns:a="http://schemas.openxmlformats.org/drawingml/2006/main">
            <a:pathLst>
              <a:path w="1333500" h="666750">
                <a:moveTo>
                  <a:pt x="666750" y="0"/>
                </a:moveTo>
                <a:lnTo>
                  <a:pt x="1333500" y="333375"/>
                </a:lnTo>
                <a:lnTo>
                  <a:pt x="666750" y="666750"/>
                </a:lnTo>
                <a:lnTo>
                  <a:pt x="0" y="333375"/>
                </a:lnTo>
                <a:close/>
              </a:path>
            </a:pathLst>
          </a:custGeom>
          <a:solidFill xmlns:a="http://schemas.openxmlformats.org/drawingml/2006/main">
            <a:srgbClr val="EFF4FC"/>
          </a:solidFill>
          <a:ln xmlns:a="http://schemas.openxmlformats.org/drawingml/2006/main" w="17145">
            <a:solidFill>
              <a:srgbClr val="4A73BC"/>
            </a:solidFill>
          </a:ln>
        </p:spPr>
      </p:sp>
      <p:sp>
        <p:nvSpPr>
          <p:cNvPr id="75" name="path-73">
            <a:extLst xmlns:a="http://schemas.openxmlformats.org/drawingml/2006/main">
              <a:ext uri="{FF2B5EF4-FFF2-40B4-BE49-F238E27FC236}">
                <a16:creationId xmlns:a16="http://schemas.microsoft.com/office/drawing/2014/main" id="{30863AEF-E2DC-4D56-AA50-B3B74C01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753" y="2456498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76" name="path-74">
            <a:extLst xmlns:a="http://schemas.openxmlformats.org/drawingml/2006/main">
              <a:ext uri="{FF2B5EF4-FFF2-40B4-BE49-F238E27FC236}">
                <a16:creationId xmlns:a16="http://schemas.microsoft.com/office/drawing/2014/main" id="{FA884D68-05E0-4AFE-ADEA-EA0CA32A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928" y="2518410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AD6EA"/>
            </a:solidFill>
          </a:ln>
        </p:spPr>
      </p:sp>
      <p:sp>
        <p:nvSpPr>
          <p:cNvPr id="77" name="path-75">
            <a:extLst xmlns:a="http://schemas.openxmlformats.org/drawingml/2006/main">
              <a:ext uri="{FF2B5EF4-FFF2-40B4-BE49-F238E27FC236}">
                <a16:creationId xmlns:a16="http://schemas.microsoft.com/office/drawing/2014/main" id="{B9BC6EDB-AD93-4DEB-8622-5703DCCF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103" y="2580323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AD6EA"/>
            </a:solidFill>
          </a:ln>
        </p:spPr>
      </p:sp>
      <p:sp>
        <p:nvSpPr>
          <p:cNvPr id="78" name="path-76">
            <a:extLst xmlns:a="http://schemas.openxmlformats.org/drawingml/2006/main">
              <a:ext uri="{FF2B5EF4-FFF2-40B4-BE49-F238E27FC236}">
                <a16:creationId xmlns:a16="http://schemas.microsoft.com/office/drawing/2014/main" id="{ED003DCD-BBF1-4653-841F-3D08D71C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8278" y="2642235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AD6EA"/>
            </a:solidFill>
          </a:ln>
        </p:spPr>
      </p:sp>
      <p:sp>
        <p:nvSpPr>
          <p:cNvPr id="79" name="path-77">
            <a:extLst xmlns:a="http://schemas.openxmlformats.org/drawingml/2006/main">
              <a:ext uri="{FF2B5EF4-FFF2-40B4-BE49-F238E27FC236}">
                <a16:creationId xmlns:a16="http://schemas.microsoft.com/office/drawing/2014/main" id="{AC0C5F94-4822-4007-9D40-448F0F95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3578" y="2518410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80" name="path-78">
            <a:extLst xmlns:a="http://schemas.openxmlformats.org/drawingml/2006/main">
              <a:ext uri="{FF2B5EF4-FFF2-40B4-BE49-F238E27FC236}">
                <a16:creationId xmlns:a16="http://schemas.microsoft.com/office/drawing/2014/main" id="{594725A2-6261-4875-A06C-A2844AF8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753" y="2580323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81" name="path-79">
            <a:extLst xmlns:a="http://schemas.openxmlformats.org/drawingml/2006/main">
              <a:ext uri="{FF2B5EF4-FFF2-40B4-BE49-F238E27FC236}">
                <a16:creationId xmlns:a16="http://schemas.microsoft.com/office/drawing/2014/main" id="{457DA684-C8EA-439B-9C98-26C3CCD7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928" y="2642235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AD6EA"/>
            </a:solidFill>
          </a:ln>
        </p:spPr>
      </p:sp>
      <p:sp>
        <p:nvSpPr>
          <p:cNvPr id="82" name="path-80">
            <a:extLst xmlns:a="http://schemas.openxmlformats.org/drawingml/2006/main">
              <a:ext uri="{FF2B5EF4-FFF2-40B4-BE49-F238E27FC236}">
                <a16:creationId xmlns:a16="http://schemas.microsoft.com/office/drawing/2014/main" id="{85C49FFB-AA19-47ED-9E06-14DDE776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103" y="2704148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AD6EA"/>
            </a:solidFill>
          </a:ln>
        </p:spPr>
      </p:sp>
      <p:sp>
        <p:nvSpPr>
          <p:cNvPr id="83" name="path-81">
            <a:extLst xmlns:a="http://schemas.openxmlformats.org/drawingml/2006/main">
              <a:ext uri="{FF2B5EF4-FFF2-40B4-BE49-F238E27FC236}">
                <a16:creationId xmlns:a16="http://schemas.microsoft.com/office/drawing/2014/main" id="{7028E310-EE82-4D3E-9598-FC8235CA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7403" y="2580323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84" name="path-82">
            <a:extLst xmlns:a="http://schemas.openxmlformats.org/drawingml/2006/main">
              <a:ext uri="{FF2B5EF4-FFF2-40B4-BE49-F238E27FC236}">
                <a16:creationId xmlns:a16="http://schemas.microsoft.com/office/drawing/2014/main" id="{EF9D4FE9-28E2-4C27-9093-4211F085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3578" y="2642235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85" name="path-83">
            <a:extLst xmlns:a="http://schemas.openxmlformats.org/drawingml/2006/main">
              <a:ext uri="{FF2B5EF4-FFF2-40B4-BE49-F238E27FC236}">
                <a16:creationId xmlns:a16="http://schemas.microsoft.com/office/drawing/2014/main" id="{C68BDADB-B6CD-4062-874A-33939E15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753" y="2704148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86" name="path-84">
            <a:extLst xmlns:a="http://schemas.openxmlformats.org/drawingml/2006/main">
              <a:ext uri="{FF2B5EF4-FFF2-40B4-BE49-F238E27FC236}">
                <a16:creationId xmlns:a16="http://schemas.microsoft.com/office/drawing/2014/main" id="{7BC3D898-0D24-405A-8580-ACCDDAB2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928" y="2766060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AD6EA"/>
            </a:solidFill>
          </a:ln>
        </p:spPr>
      </p:sp>
      <p:sp>
        <p:nvSpPr>
          <p:cNvPr id="87" name="path-85">
            <a:extLst xmlns:a="http://schemas.openxmlformats.org/drawingml/2006/main">
              <a:ext uri="{FF2B5EF4-FFF2-40B4-BE49-F238E27FC236}">
                <a16:creationId xmlns:a16="http://schemas.microsoft.com/office/drawing/2014/main" id="{246903E6-7C15-4394-A554-6957A9FA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1228" y="2642235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88" name="path-86">
            <a:extLst xmlns:a="http://schemas.openxmlformats.org/drawingml/2006/main">
              <a:ext uri="{FF2B5EF4-FFF2-40B4-BE49-F238E27FC236}">
                <a16:creationId xmlns:a16="http://schemas.microsoft.com/office/drawing/2014/main" id="{750413ED-623B-4B1F-8801-25F4D63C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7403" y="2704148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89" name="path-87">
            <a:extLst xmlns:a="http://schemas.openxmlformats.org/drawingml/2006/main">
              <a:ext uri="{FF2B5EF4-FFF2-40B4-BE49-F238E27FC236}">
                <a16:creationId xmlns:a16="http://schemas.microsoft.com/office/drawing/2014/main" id="{F5E3B719-4F9B-4064-9FAB-56A8F88E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3578" y="2766060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90" name="path-88">
            <a:extLst xmlns:a="http://schemas.openxmlformats.org/drawingml/2006/main">
              <a:ext uri="{FF2B5EF4-FFF2-40B4-BE49-F238E27FC236}">
                <a16:creationId xmlns:a16="http://schemas.microsoft.com/office/drawing/2014/main" id="{E32BD7E8-2627-4DA6-A357-3EC12065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753" y="2827973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91" name="vector-89">
            <a:extLst xmlns:a="http://schemas.openxmlformats.org/drawingml/2006/main">
              <a:ext uri="{FF2B5EF4-FFF2-40B4-BE49-F238E27FC236}">
                <a16:creationId xmlns:a16="http://schemas.microsoft.com/office/drawing/2014/main" id="{2047C350-D883-4E8F-8B06-42CFFB4F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14700"/>
            <a:ext cx="190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A73B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A73BC"/>
                </a:solidFill>
                <a:latin typeface="Arial"/>
                <a:ea typeface="Arial"/>
                <a:cs typeface="Arial"/>
              </a:rPr>
              <a:t>AR VLM</a:t>
            </a:r>
          </a:p>
        </p:txBody>
      </p:sp>
      <p:sp>
        <p:nvSpPr>
          <p:cNvPr id="92" name="path-90">
            <a:extLst xmlns:a="http://schemas.openxmlformats.org/drawingml/2006/main">
              <a:ext uri="{FF2B5EF4-FFF2-40B4-BE49-F238E27FC236}">
                <a16:creationId xmlns:a16="http://schemas.microsoft.com/office/drawing/2014/main" id="{4A1D779B-00D5-4637-A4D1-2E573791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90575"/>
            <a:ext cx="953" cy="5076825"/>
          </a:xfrm>
          <a:custGeom xmlns:a="http://schemas.openxmlformats.org/drawingml/2006/main">
            <a:pathLst>
              <a:path w="953" h="5076825">
                <a:moveTo>
                  <a:pt x="0" y="0"/>
                </a:moveTo>
                <a:lnTo>
                  <a:pt x="0" y="50768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7EBF0"/>
            </a:solidFill>
          </a:ln>
        </p:spPr>
      </p:sp>
      <p:sp>
        <p:nvSpPr>
          <p:cNvPr id="93" name="vector-91">
            <a:extLst xmlns:a="http://schemas.openxmlformats.org/drawingml/2006/main">
              <a:ext uri="{FF2B5EF4-FFF2-40B4-BE49-F238E27FC236}">
                <a16:creationId xmlns:a16="http://schemas.microsoft.com/office/drawing/2014/main" id="{C42A6864-9FA3-4376-8B22-463A0573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05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8323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323E"/>
                </a:solidFill>
                <a:latin typeface="Arial"/>
                <a:ea typeface="Arial"/>
                <a:cs typeface="Arial"/>
              </a:rPr>
              <a:t>(c) Head on AR</a:t>
            </a:r>
          </a:p>
        </p:txBody>
      </p:sp>
      <p:sp>
        <p:nvSpPr>
          <p:cNvPr id="94" name="vector-92">
            <a:extLst xmlns:a="http://schemas.openxmlformats.org/drawingml/2006/main">
              <a:ext uri="{FF2B5EF4-FFF2-40B4-BE49-F238E27FC236}">
                <a16:creationId xmlns:a16="http://schemas.microsoft.com/office/drawing/2014/main" id="{1BA9354D-F602-4E5D-87D3-5782A088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019175"/>
            <a:ext cx="457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95" name="vector-93">
            <a:extLst xmlns:a="http://schemas.openxmlformats.org/drawingml/2006/main">
              <a:ext uri="{FF2B5EF4-FFF2-40B4-BE49-F238E27FC236}">
                <a16:creationId xmlns:a16="http://schemas.microsoft.com/office/drawing/2014/main" id="{D4F5F345-AA53-4F5F-9E80-F2CE69B1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145" y="108394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7E8A"/>
          </a:solidFill>
          <a:ln xmlns:a="http://schemas.openxmlformats.org/drawingml/2006/main" w="15240">
            <a:noFill/>
          </a:ln>
        </p:spPr>
      </p:sp>
      <p:sp>
        <p:nvSpPr>
          <p:cNvPr id="96" name="path-94">
            <a:extLst xmlns:a="http://schemas.openxmlformats.org/drawingml/2006/main">
              <a:ext uri="{FF2B5EF4-FFF2-40B4-BE49-F238E27FC236}">
                <a16:creationId xmlns:a16="http://schemas.microsoft.com/office/drawing/2014/main" id="{1E084D6D-5F33-4297-9E68-3F212D99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171575"/>
            <a:ext cx="371475" cy="133350"/>
          </a:xfrm>
          <a:custGeom xmlns:a="http://schemas.openxmlformats.org/drawingml/2006/main">
            <a:pathLst>
              <a:path w="371475" h="133350">
                <a:moveTo>
                  <a:pt x="0" y="133350"/>
                </a:moveTo>
                <a:lnTo>
                  <a:pt x="123825" y="0"/>
                </a:lnTo>
                <a:lnTo>
                  <a:pt x="219075" y="95250"/>
                </a:lnTo>
                <a:lnTo>
                  <a:pt x="276225" y="38100"/>
                </a:lnTo>
                <a:lnTo>
                  <a:pt x="37147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47E8A"/>
            </a:solidFill>
          </a:ln>
        </p:spPr>
      </p:sp>
      <p:sp>
        <p:nvSpPr>
          <p:cNvPr id="97" name="path-95">
            <a:extLst xmlns:a="http://schemas.openxmlformats.org/drawingml/2006/main">
              <a:ext uri="{FF2B5EF4-FFF2-40B4-BE49-F238E27FC236}">
                <a16:creationId xmlns:a16="http://schemas.microsoft.com/office/drawing/2014/main" id="{8BC6D95C-9E7A-4195-AFBF-232A292A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962025"/>
            <a:ext cx="342900" cy="457200"/>
          </a:xfrm>
          <a:custGeom xmlns:a="http://schemas.openxmlformats.org/drawingml/2006/main">
            <a:pathLst>
              <a:path w="342900" h="457200">
                <a:moveTo>
                  <a:pt x="0" y="0"/>
                </a:moveTo>
                <a:lnTo>
                  <a:pt x="247650" y="0"/>
                </a:lnTo>
                <a:lnTo>
                  <a:pt x="342900" y="95250"/>
                </a:lnTo>
                <a:lnTo>
                  <a:pt x="342900" y="457200"/>
                </a:lnTo>
                <a:lnTo>
                  <a:pt x="0" y="457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47E8A"/>
            </a:solidFill>
          </a:ln>
        </p:spPr>
      </p:sp>
      <p:sp>
        <p:nvSpPr>
          <p:cNvPr id="98" name="path-96">
            <a:extLst xmlns:a="http://schemas.openxmlformats.org/drawingml/2006/main">
              <a:ext uri="{FF2B5EF4-FFF2-40B4-BE49-F238E27FC236}">
                <a16:creationId xmlns:a16="http://schemas.microsoft.com/office/drawing/2014/main" id="{7B2B6F58-4E25-491B-83FE-257747E7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9620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747E8A"/>
            </a:solidFill>
          </a:ln>
        </p:spPr>
      </p:sp>
      <p:sp>
        <p:nvSpPr>
          <p:cNvPr id="99" name="path-97">
            <a:extLst xmlns:a="http://schemas.openxmlformats.org/drawingml/2006/main">
              <a:ext uri="{FF2B5EF4-FFF2-40B4-BE49-F238E27FC236}">
                <a16:creationId xmlns:a16="http://schemas.microsoft.com/office/drawing/2014/main" id="{636A3731-7010-4680-A17C-13A2D8DB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143000"/>
            <a:ext cx="190500" cy="953"/>
          </a:xfrm>
          <a:custGeom xmlns:a="http://schemas.openxmlformats.org/drawingml/2006/main">
            <a:pathLst>
              <a:path w="190500" h="953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100" name="path-98">
            <a:extLst xmlns:a="http://schemas.openxmlformats.org/drawingml/2006/main">
              <a:ext uri="{FF2B5EF4-FFF2-40B4-BE49-F238E27FC236}">
                <a16:creationId xmlns:a16="http://schemas.microsoft.com/office/drawing/2014/main" id="{716A48B6-B552-46CF-879D-C496F7F4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219200"/>
            <a:ext cx="190500" cy="953"/>
          </a:xfrm>
          <a:custGeom xmlns:a="http://schemas.openxmlformats.org/drawingml/2006/main">
            <a:pathLst>
              <a:path w="190500" h="953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101" name="path-99">
            <a:extLst xmlns:a="http://schemas.openxmlformats.org/drawingml/2006/main">
              <a:ext uri="{FF2B5EF4-FFF2-40B4-BE49-F238E27FC236}">
                <a16:creationId xmlns:a16="http://schemas.microsoft.com/office/drawing/2014/main" id="{403027D8-1FA0-4E32-B257-3122C454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295400"/>
            <a:ext cx="142875" cy="953"/>
          </a:xfrm>
          <a:custGeom xmlns:a="http://schemas.openxmlformats.org/drawingml/2006/main">
            <a:pathLst>
              <a:path w="142875" h="953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102" name="vector-100">
            <a:extLst xmlns:a="http://schemas.openxmlformats.org/drawingml/2006/main">
              <a:ext uri="{FF2B5EF4-FFF2-40B4-BE49-F238E27FC236}">
                <a16:creationId xmlns:a16="http://schemas.microsoft.com/office/drawing/2014/main" id="{0ED336D7-FD3C-442C-B7E1-C2E56C94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13" y="10048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47E8A"/>
            </a:solidFill>
          </a:ln>
        </p:spPr>
      </p:sp>
      <p:sp>
        <p:nvSpPr>
          <p:cNvPr id="103" name="path-101">
            <a:extLst xmlns:a="http://schemas.openxmlformats.org/drawingml/2006/main">
              <a:ext uri="{FF2B5EF4-FFF2-40B4-BE49-F238E27FC236}">
                <a16:creationId xmlns:a16="http://schemas.microsoft.com/office/drawing/2014/main" id="{0BFE9566-A674-4F8B-A621-EE2E6813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1038225"/>
            <a:ext cx="266700" cy="953"/>
          </a:xfrm>
          <a:custGeom xmlns:a="http://schemas.openxmlformats.org/drawingml/2006/main"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104" name="vector-102">
            <a:extLst xmlns:a="http://schemas.openxmlformats.org/drawingml/2006/main">
              <a:ext uri="{FF2B5EF4-FFF2-40B4-BE49-F238E27FC236}">
                <a16:creationId xmlns:a16="http://schemas.microsoft.com/office/drawing/2014/main" id="{BCF68F82-5073-4271-A9B2-7AB39342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13" y="11572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47E8A"/>
            </a:solidFill>
          </a:ln>
        </p:spPr>
      </p:sp>
      <p:sp>
        <p:nvSpPr>
          <p:cNvPr id="105" name="path-103">
            <a:extLst xmlns:a="http://schemas.openxmlformats.org/drawingml/2006/main">
              <a:ext uri="{FF2B5EF4-FFF2-40B4-BE49-F238E27FC236}">
                <a16:creationId xmlns:a16="http://schemas.microsoft.com/office/drawing/2014/main" id="{7669F0AC-EF77-48B2-BE40-7DDD89F9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1190625"/>
            <a:ext cx="266700" cy="953"/>
          </a:xfrm>
          <a:custGeom xmlns:a="http://schemas.openxmlformats.org/drawingml/2006/main"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106" name="vector-104">
            <a:extLst xmlns:a="http://schemas.openxmlformats.org/drawingml/2006/main">
              <a:ext uri="{FF2B5EF4-FFF2-40B4-BE49-F238E27FC236}">
                <a16:creationId xmlns:a16="http://schemas.microsoft.com/office/drawing/2014/main" id="{51670678-1952-4438-A1B9-266740E9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13" y="13096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47E8A"/>
            </a:solidFill>
          </a:ln>
        </p:spPr>
      </p:sp>
      <p:sp>
        <p:nvSpPr>
          <p:cNvPr id="107" name="path-105">
            <a:extLst xmlns:a="http://schemas.openxmlformats.org/drawingml/2006/main">
              <a:ext uri="{FF2B5EF4-FFF2-40B4-BE49-F238E27FC236}">
                <a16:creationId xmlns:a16="http://schemas.microsoft.com/office/drawing/2014/main" id="{171ADB36-2243-4D29-B252-D5EBB880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1343025"/>
            <a:ext cx="266700" cy="953"/>
          </a:xfrm>
          <a:custGeom xmlns:a="http://schemas.openxmlformats.org/drawingml/2006/main"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108" name="vector-106">
            <a:extLst xmlns:a="http://schemas.openxmlformats.org/drawingml/2006/main">
              <a:ext uri="{FF2B5EF4-FFF2-40B4-BE49-F238E27FC236}">
                <a16:creationId xmlns:a16="http://schemas.microsoft.com/office/drawing/2014/main" id="{C3FFF7FE-F8D3-4B2B-90D3-1760C62B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09" name="vector-107">
            <a:extLst xmlns:a="http://schemas.openxmlformats.org/drawingml/2006/main">
              <a:ext uri="{FF2B5EF4-FFF2-40B4-BE49-F238E27FC236}">
                <a16:creationId xmlns:a16="http://schemas.microsoft.com/office/drawing/2014/main" id="{E70B3048-D694-4B37-A7A3-0BFE4681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5240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110" name="vector-108">
            <a:extLst xmlns:a="http://schemas.openxmlformats.org/drawingml/2006/main">
              <a:ext uri="{FF2B5EF4-FFF2-40B4-BE49-F238E27FC236}">
                <a16:creationId xmlns:a16="http://schemas.microsoft.com/office/drawing/2014/main" id="{A72C1888-04C5-475E-B348-2A76F418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5240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1" name="path-109">
            <a:extLst xmlns:a="http://schemas.openxmlformats.org/drawingml/2006/main">
              <a:ext uri="{FF2B5EF4-FFF2-40B4-BE49-F238E27FC236}">
                <a16:creationId xmlns:a16="http://schemas.microsoft.com/office/drawing/2014/main" id="{FF987139-F644-4CE4-84A7-49A28065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809750"/>
            <a:ext cx="953" cy="123825"/>
          </a:xfrm>
          <a:custGeom xmlns:a="http://schemas.openxmlformats.org/drawingml/2006/main">
            <a:pathLst>
              <a:path w="953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AEB7C2"/>
            </a:solidFill>
          </a:ln>
        </p:spPr>
      </p:sp>
      <p:sp>
        <p:nvSpPr>
          <p:cNvPr id="112" name="path-110">
            <a:extLst xmlns:a="http://schemas.openxmlformats.org/drawingml/2006/main">
              <a:ext uri="{FF2B5EF4-FFF2-40B4-BE49-F238E27FC236}">
                <a16:creationId xmlns:a16="http://schemas.microsoft.com/office/drawing/2014/main" id="{60EADAEC-29A8-49DA-8102-EC25B497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953" cy="123825"/>
          </a:xfrm>
          <a:custGeom xmlns:a="http://schemas.openxmlformats.org/drawingml/2006/main">
            <a:pathLst>
              <a:path w="953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AEB7C2"/>
            </a:solidFill>
          </a:ln>
        </p:spPr>
      </p:sp>
      <p:sp>
        <p:nvSpPr>
          <p:cNvPr id="113" name="path-111">
            <a:extLst xmlns:a="http://schemas.openxmlformats.org/drawingml/2006/main">
              <a:ext uri="{FF2B5EF4-FFF2-40B4-BE49-F238E27FC236}">
                <a16:creationId xmlns:a16="http://schemas.microsoft.com/office/drawing/2014/main" id="{DD8F61AC-C35E-40CC-A11E-98D3CF2B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1809750"/>
            <a:ext cx="953" cy="123825"/>
          </a:xfrm>
          <a:custGeom xmlns:a="http://schemas.openxmlformats.org/drawingml/2006/main">
            <a:pathLst>
              <a:path w="953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AEB7C2"/>
            </a:solidFill>
          </a:ln>
        </p:spPr>
      </p:sp>
      <p:sp>
        <p:nvSpPr>
          <p:cNvPr id="114" name="path-112">
            <a:extLst xmlns:a="http://schemas.openxmlformats.org/drawingml/2006/main">
              <a:ext uri="{FF2B5EF4-FFF2-40B4-BE49-F238E27FC236}">
                <a16:creationId xmlns:a16="http://schemas.microsoft.com/office/drawing/2014/main" id="{E91E7FF7-B33A-450F-9354-1C9CC2EF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933575"/>
            <a:ext cx="1657350" cy="953"/>
          </a:xfrm>
          <a:custGeom xmlns:a="http://schemas.openxmlformats.org/drawingml/2006/main">
            <a:pathLst>
              <a:path w="1657350" h="953">
                <a:moveTo>
                  <a:pt x="0" y="0"/>
                </a:moveTo>
                <a:lnTo>
                  <a:pt x="1657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AEB7C2"/>
            </a:solidFill>
          </a:ln>
        </p:spPr>
      </p:sp>
      <p:sp>
        <p:nvSpPr>
          <p:cNvPr id="115" name="vector-113">
            <a:extLst xmlns:a="http://schemas.openxmlformats.org/drawingml/2006/main">
              <a:ext uri="{FF2B5EF4-FFF2-40B4-BE49-F238E27FC236}">
                <a16:creationId xmlns:a16="http://schemas.microsoft.com/office/drawing/2014/main" id="{F0D8F0B5-3176-45F2-B2D4-CF46C8B8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524" y="193309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sp>
        <p:nvSpPr>
          <p:cNvPr id="116" name="vector-114">
            <a:extLst xmlns:a="http://schemas.openxmlformats.org/drawingml/2006/main">
              <a:ext uri="{FF2B5EF4-FFF2-40B4-BE49-F238E27FC236}">
                <a16:creationId xmlns:a16="http://schemas.microsoft.com/office/drawing/2014/main" id="{C5FC0FB3-31D7-4211-AEE9-C9A1C06E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524" y="228552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cxnSp>
        <p:nvCxnSpPr>
          <p:cNvPr id="448" name=""/>
          <p:cNvCxnSpPr>
            <a:stCxn xmlns:a="http://schemas.openxmlformats.org/drawingml/2006/main" id="115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9525001" y="1934052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EB7C2"/>
            </a:solidFill>
            <a:tailEnd type="triangle" w="sm" len="sm"/>
          </a:ln>
        </p:spPr>
      </p:cxnSp>
      <p:sp>
        <p:nvSpPr>
          <p:cNvPr id="118" name="path-115">
            <a:extLst xmlns:a="http://schemas.openxmlformats.org/drawingml/2006/main">
              <a:ext uri="{FF2B5EF4-FFF2-40B4-BE49-F238E27FC236}">
                <a16:creationId xmlns:a16="http://schemas.microsoft.com/office/drawing/2014/main" id="{3F5B89BE-F347-4018-8496-E275FA64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81275"/>
            <a:ext cx="1333500" cy="666750"/>
          </a:xfrm>
          <a:custGeom xmlns:a="http://schemas.openxmlformats.org/drawingml/2006/main">
            <a:pathLst>
              <a:path w="1333500" h="666750">
                <a:moveTo>
                  <a:pt x="666750" y="0"/>
                </a:moveTo>
                <a:lnTo>
                  <a:pt x="1333500" y="333375"/>
                </a:lnTo>
                <a:lnTo>
                  <a:pt x="666750" y="666750"/>
                </a:lnTo>
                <a:lnTo>
                  <a:pt x="0" y="333375"/>
                </a:lnTo>
                <a:close/>
              </a:path>
            </a:pathLst>
          </a:custGeom>
          <a:solidFill xmlns:a="http://schemas.openxmlformats.org/drawingml/2006/main">
            <a:srgbClr val="EFF4FC"/>
          </a:solidFill>
          <a:ln xmlns:a="http://schemas.openxmlformats.org/drawingml/2006/main" w="17145">
            <a:solidFill>
              <a:srgbClr val="4A73BC"/>
            </a:solidFill>
          </a:ln>
        </p:spPr>
      </p:sp>
      <p:sp>
        <p:nvSpPr>
          <p:cNvPr id="119" name="path-116">
            <a:extLst xmlns:a="http://schemas.openxmlformats.org/drawingml/2006/main">
              <a:ext uri="{FF2B5EF4-FFF2-40B4-BE49-F238E27FC236}">
                <a16:creationId xmlns:a16="http://schemas.microsoft.com/office/drawing/2014/main" id="{6A8536F5-EC23-4E60-A02B-4D75939C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1333500" cy="666750"/>
          </a:xfrm>
          <a:custGeom xmlns:a="http://schemas.openxmlformats.org/drawingml/2006/main">
            <a:pathLst>
              <a:path w="1333500" h="666750">
                <a:moveTo>
                  <a:pt x="666750" y="0"/>
                </a:moveTo>
                <a:lnTo>
                  <a:pt x="1333500" y="333375"/>
                </a:lnTo>
                <a:lnTo>
                  <a:pt x="666750" y="666750"/>
                </a:lnTo>
                <a:lnTo>
                  <a:pt x="0" y="333375"/>
                </a:lnTo>
                <a:close/>
              </a:path>
            </a:pathLst>
          </a:custGeom>
          <a:solidFill xmlns:a="http://schemas.openxmlformats.org/drawingml/2006/main">
            <a:srgbClr val="EFF4FC"/>
          </a:solidFill>
          <a:ln xmlns:a="http://schemas.openxmlformats.org/drawingml/2006/main" w="17145">
            <a:solidFill>
              <a:srgbClr val="4A73BC"/>
            </a:solidFill>
          </a:ln>
        </p:spPr>
      </p:sp>
      <p:sp>
        <p:nvSpPr>
          <p:cNvPr id="120" name="path-117">
            <a:extLst xmlns:a="http://schemas.openxmlformats.org/drawingml/2006/main">
              <a:ext uri="{FF2B5EF4-FFF2-40B4-BE49-F238E27FC236}">
                <a16:creationId xmlns:a16="http://schemas.microsoft.com/office/drawing/2014/main" id="{4D367764-EA75-4B77-84BA-12A8BECD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71725"/>
            <a:ext cx="1333500" cy="666750"/>
          </a:xfrm>
          <a:custGeom xmlns:a="http://schemas.openxmlformats.org/drawingml/2006/main">
            <a:pathLst>
              <a:path w="1333500" h="666750">
                <a:moveTo>
                  <a:pt x="666750" y="0"/>
                </a:moveTo>
                <a:lnTo>
                  <a:pt x="1333500" y="333375"/>
                </a:lnTo>
                <a:lnTo>
                  <a:pt x="666750" y="666750"/>
                </a:lnTo>
                <a:lnTo>
                  <a:pt x="0" y="333375"/>
                </a:lnTo>
                <a:close/>
              </a:path>
            </a:pathLst>
          </a:custGeom>
          <a:solidFill xmlns:a="http://schemas.openxmlformats.org/drawingml/2006/main">
            <a:srgbClr val="EFF4FC"/>
          </a:solidFill>
          <a:ln xmlns:a="http://schemas.openxmlformats.org/drawingml/2006/main" w="17145">
            <a:solidFill>
              <a:srgbClr val="4A73BC"/>
            </a:solidFill>
          </a:ln>
        </p:spPr>
      </p:sp>
      <p:sp>
        <p:nvSpPr>
          <p:cNvPr id="121" name="path-118">
            <a:extLst xmlns:a="http://schemas.openxmlformats.org/drawingml/2006/main">
              <a:ext uri="{FF2B5EF4-FFF2-40B4-BE49-F238E27FC236}">
                <a16:creationId xmlns:a16="http://schemas.microsoft.com/office/drawing/2014/main" id="{04197EBA-F484-4381-9A07-9878E9A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753" y="2456498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122" name="path-119">
            <a:extLst xmlns:a="http://schemas.openxmlformats.org/drawingml/2006/main">
              <a:ext uri="{FF2B5EF4-FFF2-40B4-BE49-F238E27FC236}">
                <a16:creationId xmlns:a16="http://schemas.microsoft.com/office/drawing/2014/main" id="{92959909-C234-4875-9421-C16FF336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5928" y="2518410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AD6EA"/>
            </a:solidFill>
          </a:ln>
        </p:spPr>
      </p:sp>
      <p:sp>
        <p:nvSpPr>
          <p:cNvPr id="123" name="path-120">
            <a:extLst xmlns:a="http://schemas.openxmlformats.org/drawingml/2006/main">
              <a:ext uri="{FF2B5EF4-FFF2-40B4-BE49-F238E27FC236}">
                <a16:creationId xmlns:a16="http://schemas.microsoft.com/office/drawing/2014/main" id="{D0D2F90E-D544-400C-939A-45630D10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2103" y="2580323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AD6EA"/>
            </a:solidFill>
          </a:ln>
        </p:spPr>
      </p:sp>
      <p:sp>
        <p:nvSpPr>
          <p:cNvPr id="124" name="path-121">
            <a:extLst xmlns:a="http://schemas.openxmlformats.org/drawingml/2006/main">
              <a:ext uri="{FF2B5EF4-FFF2-40B4-BE49-F238E27FC236}">
                <a16:creationId xmlns:a16="http://schemas.microsoft.com/office/drawing/2014/main" id="{AD9C3590-2DCD-4C26-A39C-AAB4A435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8278" y="2642235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AD6EA"/>
            </a:solidFill>
          </a:ln>
        </p:spPr>
      </p:sp>
      <p:sp>
        <p:nvSpPr>
          <p:cNvPr id="125" name="path-122">
            <a:extLst xmlns:a="http://schemas.openxmlformats.org/drawingml/2006/main">
              <a:ext uri="{FF2B5EF4-FFF2-40B4-BE49-F238E27FC236}">
                <a16:creationId xmlns:a16="http://schemas.microsoft.com/office/drawing/2014/main" id="{3BDFA989-766E-464A-A2FA-EA488A93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578" y="2518410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126" name="path-123">
            <a:extLst xmlns:a="http://schemas.openxmlformats.org/drawingml/2006/main">
              <a:ext uri="{FF2B5EF4-FFF2-40B4-BE49-F238E27FC236}">
                <a16:creationId xmlns:a16="http://schemas.microsoft.com/office/drawing/2014/main" id="{E591E8FA-B8A4-4EAF-892B-04C42616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753" y="2580323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127" name="path-124">
            <a:extLst xmlns:a="http://schemas.openxmlformats.org/drawingml/2006/main">
              <a:ext uri="{FF2B5EF4-FFF2-40B4-BE49-F238E27FC236}">
                <a16:creationId xmlns:a16="http://schemas.microsoft.com/office/drawing/2014/main" id="{A0168C1E-CB7C-4444-9776-35C59659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5928" y="2642235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AD6EA"/>
            </a:solidFill>
          </a:ln>
        </p:spPr>
      </p:sp>
      <p:sp>
        <p:nvSpPr>
          <p:cNvPr id="128" name="path-125">
            <a:extLst xmlns:a="http://schemas.openxmlformats.org/drawingml/2006/main">
              <a:ext uri="{FF2B5EF4-FFF2-40B4-BE49-F238E27FC236}">
                <a16:creationId xmlns:a16="http://schemas.microsoft.com/office/drawing/2014/main" id="{DA5675B4-F697-4A94-AEA6-212AAC3E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2103" y="2704148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AD6EA"/>
            </a:solidFill>
          </a:ln>
        </p:spPr>
      </p:sp>
      <p:sp>
        <p:nvSpPr>
          <p:cNvPr id="129" name="path-126">
            <a:extLst xmlns:a="http://schemas.openxmlformats.org/drawingml/2006/main">
              <a:ext uri="{FF2B5EF4-FFF2-40B4-BE49-F238E27FC236}">
                <a16:creationId xmlns:a16="http://schemas.microsoft.com/office/drawing/2014/main" id="{77C402F8-5BAA-4469-832B-BE822395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7403" y="2580323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130" name="path-127">
            <a:extLst xmlns:a="http://schemas.openxmlformats.org/drawingml/2006/main">
              <a:ext uri="{FF2B5EF4-FFF2-40B4-BE49-F238E27FC236}">
                <a16:creationId xmlns:a16="http://schemas.microsoft.com/office/drawing/2014/main" id="{D39D87BE-8E41-4AF8-ABE1-4E17134C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578" y="2642235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131" name="path-128">
            <a:extLst xmlns:a="http://schemas.openxmlformats.org/drawingml/2006/main">
              <a:ext uri="{FF2B5EF4-FFF2-40B4-BE49-F238E27FC236}">
                <a16:creationId xmlns:a16="http://schemas.microsoft.com/office/drawing/2014/main" id="{5177980B-12C9-4FC2-ABB2-86D240EC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753" y="2704148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132" name="path-129">
            <a:extLst xmlns:a="http://schemas.openxmlformats.org/drawingml/2006/main">
              <a:ext uri="{FF2B5EF4-FFF2-40B4-BE49-F238E27FC236}">
                <a16:creationId xmlns:a16="http://schemas.microsoft.com/office/drawing/2014/main" id="{672F3862-9EF2-4685-B055-CD0B99FE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5928" y="2766060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AD6EA"/>
            </a:solidFill>
          </a:ln>
        </p:spPr>
      </p:sp>
      <p:sp>
        <p:nvSpPr>
          <p:cNvPr id="133" name="path-130">
            <a:extLst xmlns:a="http://schemas.openxmlformats.org/drawingml/2006/main">
              <a:ext uri="{FF2B5EF4-FFF2-40B4-BE49-F238E27FC236}">
                <a16:creationId xmlns:a16="http://schemas.microsoft.com/office/drawing/2014/main" id="{9698EF16-83FC-4C29-80BB-6D1F384A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228" y="2642235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8" y="0"/>
                </a:moveTo>
                <a:lnTo>
                  <a:pt x="150495" y="39053"/>
                </a:lnTo>
                <a:lnTo>
                  <a:pt x="75248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134" name="path-131">
            <a:extLst xmlns:a="http://schemas.openxmlformats.org/drawingml/2006/main">
              <a:ext uri="{FF2B5EF4-FFF2-40B4-BE49-F238E27FC236}">
                <a16:creationId xmlns:a16="http://schemas.microsoft.com/office/drawing/2014/main" id="{C2A94F47-B828-4EAA-B7EC-01B4267B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7403" y="2704148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135" name="path-132">
            <a:extLst xmlns:a="http://schemas.openxmlformats.org/drawingml/2006/main">
              <a:ext uri="{FF2B5EF4-FFF2-40B4-BE49-F238E27FC236}">
                <a16:creationId xmlns:a16="http://schemas.microsoft.com/office/drawing/2014/main" id="{4E4D4AB4-01E3-489A-A729-4E116BC7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578" y="2766060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136" name="path-133">
            <a:extLst xmlns:a="http://schemas.openxmlformats.org/drawingml/2006/main">
              <a:ext uri="{FF2B5EF4-FFF2-40B4-BE49-F238E27FC236}">
                <a16:creationId xmlns:a16="http://schemas.microsoft.com/office/drawing/2014/main" id="{0FA0052A-5B35-40DF-B0CE-C4222204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753" y="2827973"/>
            <a:ext cx="150495" cy="78105"/>
          </a:xfrm>
          <a:custGeom xmlns:a="http://schemas.openxmlformats.org/drawingml/2006/main">
            <a:pathLst>
              <a:path w="150495" h="78105">
                <a:moveTo>
                  <a:pt x="75247" y="0"/>
                </a:moveTo>
                <a:lnTo>
                  <a:pt x="150495" y="39053"/>
                </a:lnTo>
                <a:lnTo>
                  <a:pt x="75247" y="78105"/>
                </a:lnTo>
                <a:lnTo>
                  <a:pt x="0" y="39053"/>
                </a:lnTo>
                <a:close/>
              </a:path>
            </a:pathLst>
          </a:custGeom>
          <a:solidFill xmlns:a="http://schemas.openxmlformats.org/drawingml/2006/main">
            <a:srgbClr val="4A73BC"/>
          </a:solidFill>
          <a:ln xmlns:a="http://schemas.openxmlformats.org/drawingml/2006/main" w="7620">
            <a:solidFill>
              <a:srgbClr val="4A73BC"/>
            </a:solidFill>
          </a:ln>
        </p:spPr>
      </p:sp>
      <p:sp>
        <p:nvSpPr>
          <p:cNvPr id="137" name="vector-134">
            <a:extLst xmlns:a="http://schemas.openxmlformats.org/drawingml/2006/main">
              <a:ext uri="{FF2B5EF4-FFF2-40B4-BE49-F238E27FC236}">
                <a16:creationId xmlns:a16="http://schemas.microsoft.com/office/drawing/2014/main" id="{E25341EC-1784-4DDF-832D-2F13DB0F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14700"/>
            <a:ext cx="190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A73B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A73BC"/>
                </a:solidFill>
                <a:latin typeface="Arial"/>
                <a:ea typeface="Arial"/>
                <a:cs typeface="Arial"/>
              </a:rPr>
              <a:t>AR VLM</a:t>
            </a:r>
          </a:p>
        </p:txBody>
      </p:sp>
      <p:sp>
        <p:nvSpPr>
          <p:cNvPr id="138" name="path-135">
            <a:extLst xmlns:a="http://schemas.openxmlformats.org/drawingml/2006/main">
              <a:ext uri="{FF2B5EF4-FFF2-40B4-BE49-F238E27FC236}">
                <a16:creationId xmlns:a16="http://schemas.microsoft.com/office/drawing/2014/main" id="{2CB73C46-BA69-482E-AB2D-0D580ECD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790575"/>
            <a:ext cx="953" cy="5076825"/>
          </a:xfrm>
          <a:custGeom xmlns:a="http://schemas.openxmlformats.org/drawingml/2006/main">
            <a:pathLst>
              <a:path w="953" h="5076825">
                <a:moveTo>
                  <a:pt x="0" y="0"/>
                </a:moveTo>
                <a:lnTo>
                  <a:pt x="0" y="50768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7EBF0"/>
            </a:solidFill>
          </a:ln>
        </p:spPr>
      </p:sp>
      <p:sp>
        <p:nvSpPr>
          <p:cNvPr id="139" name="vector-136">
            <a:extLst xmlns:a="http://schemas.openxmlformats.org/drawingml/2006/main">
              <a:ext uri="{FF2B5EF4-FFF2-40B4-BE49-F238E27FC236}">
                <a16:creationId xmlns:a16="http://schemas.microsoft.com/office/drawing/2014/main" id="{D432BBAA-8228-4E8E-BEA2-75587B18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1905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8323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323E"/>
                </a:solidFill>
                <a:latin typeface="Arial"/>
                <a:ea typeface="Arial"/>
                <a:cs typeface="Arial"/>
              </a:rPr>
              <a:t>(d) Head on NAR</a:t>
            </a:r>
          </a:p>
        </p:txBody>
      </p:sp>
      <p:sp>
        <p:nvSpPr>
          <p:cNvPr id="140" name="vector-137">
            <a:extLst xmlns:a="http://schemas.openxmlformats.org/drawingml/2006/main">
              <a:ext uri="{FF2B5EF4-FFF2-40B4-BE49-F238E27FC236}">
                <a16:creationId xmlns:a16="http://schemas.microsoft.com/office/drawing/2014/main" id="{928B130F-7B32-448D-969D-5765B96F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725" y="1019175"/>
            <a:ext cx="457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141" name="vector-138">
            <a:extLst xmlns:a="http://schemas.openxmlformats.org/drawingml/2006/main">
              <a:ext uri="{FF2B5EF4-FFF2-40B4-BE49-F238E27FC236}">
                <a16:creationId xmlns:a16="http://schemas.microsoft.com/office/drawing/2014/main" id="{C24E1148-8DA6-4DA2-8949-4E4ECA1D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0145" y="108394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7E8A"/>
          </a:solidFill>
          <a:ln xmlns:a="http://schemas.openxmlformats.org/drawingml/2006/main" w="15240">
            <a:noFill/>
          </a:ln>
        </p:spPr>
      </p:sp>
      <p:sp>
        <p:nvSpPr>
          <p:cNvPr id="142" name="path-139">
            <a:extLst xmlns:a="http://schemas.openxmlformats.org/drawingml/2006/main">
              <a:ext uri="{FF2B5EF4-FFF2-40B4-BE49-F238E27FC236}">
                <a16:creationId xmlns:a16="http://schemas.microsoft.com/office/drawing/2014/main" id="{ECB034FC-F3B0-4E7F-AC5C-FB058096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1171575"/>
            <a:ext cx="371475" cy="133350"/>
          </a:xfrm>
          <a:custGeom xmlns:a="http://schemas.openxmlformats.org/drawingml/2006/main">
            <a:pathLst>
              <a:path w="371475" h="133350">
                <a:moveTo>
                  <a:pt x="0" y="133350"/>
                </a:moveTo>
                <a:lnTo>
                  <a:pt x="123825" y="0"/>
                </a:lnTo>
                <a:lnTo>
                  <a:pt x="219075" y="95250"/>
                </a:lnTo>
                <a:lnTo>
                  <a:pt x="276225" y="38100"/>
                </a:lnTo>
                <a:lnTo>
                  <a:pt x="37147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47E8A"/>
            </a:solidFill>
          </a:ln>
        </p:spPr>
      </p:sp>
      <p:sp>
        <p:nvSpPr>
          <p:cNvPr id="143" name="path-140">
            <a:extLst xmlns:a="http://schemas.openxmlformats.org/drawingml/2006/main">
              <a:ext uri="{FF2B5EF4-FFF2-40B4-BE49-F238E27FC236}">
                <a16:creationId xmlns:a16="http://schemas.microsoft.com/office/drawing/2014/main" id="{E2EAF201-FB8B-45DA-A01B-4B2DB314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3075" y="962025"/>
            <a:ext cx="342900" cy="457200"/>
          </a:xfrm>
          <a:custGeom xmlns:a="http://schemas.openxmlformats.org/drawingml/2006/main">
            <a:pathLst>
              <a:path w="342900" h="457200">
                <a:moveTo>
                  <a:pt x="0" y="0"/>
                </a:moveTo>
                <a:lnTo>
                  <a:pt x="247650" y="0"/>
                </a:lnTo>
                <a:lnTo>
                  <a:pt x="342900" y="95250"/>
                </a:lnTo>
                <a:lnTo>
                  <a:pt x="342900" y="457200"/>
                </a:lnTo>
                <a:lnTo>
                  <a:pt x="0" y="457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47E8A"/>
            </a:solidFill>
          </a:ln>
        </p:spPr>
      </p:sp>
      <p:sp>
        <p:nvSpPr>
          <p:cNvPr id="144" name="path-141">
            <a:extLst xmlns:a="http://schemas.openxmlformats.org/drawingml/2006/main">
              <a:ext uri="{FF2B5EF4-FFF2-40B4-BE49-F238E27FC236}">
                <a16:creationId xmlns:a16="http://schemas.microsoft.com/office/drawing/2014/main" id="{57A4F373-A856-422D-B82B-3CBCE7DF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0725" y="9620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747E8A"/>
            </a:solidFill>
          </a:ln>
        </p:spPr>
      </p:sp>
      <p:sp>
        <p:nvSpPr>
          <p:cNvPr id="145" name="path-142">
            <a:extLst xmlns:a="http://schemas.openxmlformats.org/drawingml/2006/main">
              <a:ext uri="{FF2B5EF4-FFF2-40B4-BE49-F238E27FC236}">
                <a16:creationId xmlns:a16="http://schemas.microsoft.com/office/drawing/2014/main" id="{C58864AC-1D4A-4B8C-9042-57888B7E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1143000"/>
            <a:ext cx="190500" cy="953"/>
          </a:xfrm>
          <a:custGeom xmlns:a="http://schemas.openxmlformats.org/drawingml/2006/main">
            <a:pathLst>
              <a:path w="190500" h="953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146" name="path-143">
            <a:extLst xmlns:a="http://schemas.openxmlformats.org/drawingml/2006/main">
              <a:ext uri="{FF2B5EF4-FFF2-40B4-BE49-F238E27FC236}">
                <a16:creationId xmlns:a16="http://schemas.microsoft.com/office/drawing/2014/main" id="{47D5266C-7B7B-427E-83D1-C887E633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1219200"/>
            <a:ext cx="190500" cy="953"/>
          </a:xfrm>
          <a:custGeom xmlns:a="http://schemas.openxmlformats.org/drawingml/2006/main">
            <a:pathLst>
              <a:path w="190500" h="953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147" name="path-144">
            <a:extLst xmlns:a="http://schemas.openxmlformats.org/drawingml/2006/main">
              <a:ext uri="{FF2B5EF4-FFF2-40B4-BE49-F238E27FC236}">
                <a16:creationId xmlns:a16="http://schemas.microsoft.com/office/drawing/2014/main" id="{86801F4F-F2AD-45A9-AB42-73F6A3D7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1295400"/>
            <a:ext cx="142875" cy="953"/>
          </a:xfrm>
          <a:custGeom xmlns:a="http://schemas.openxmlformats.org/drawingml/2006/main">
            <a:pathLst>
              <a:path w="142875" h="953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148" name="vector-145">
            <a:extLst xmlns:a="http://schemas.openxmlformats.org/drawingml/2006/main">
              <a:ext uri="{FF2B5EF4-FFF2-40B4-BE49-F238E27FC236}">
                <a16:creationId xmlns:a16="http://schemas.microsoft.com/office/drawing/2014/main" id="{4D9F6F5B-4CEF-4C52-B2C5-D3B237D7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8413" y="10048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47E8A"/>
            </a:solidFill>
          </a:ln>
        </p:spPr>
      </p:sp>
      <p:sp>
        <p:nvSpPr>
          <p:cNvPr id="149" name="path-146">
            <a:extLst xmlns:a="http://schemas.openxmlformats.org/drawingml/2006/main">
              <a:ext uri="{FF2B5EF4-FFF2-40B4-BE49-F238E27FC236}">
                <a16:creationId xmlns:a16="http://schemas.microsoft.com/office/drawing/2014/main" id="{F8D6337D-0898-4F43-AC44-782E1D6B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1038225"/>
            <a:ext cx="266700" cy="953"/>
          </a:xfrm>
          <a:custGeom xmlns:a="http://schemas.openxmlformats.org/drawingml/2006/main"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150" name="vector-147">
            <a:extLst xmlns:a="http://schemas.openxmlformats.org/drawingml/2006/main">
              <a:ext uri="{FF2B5EF4-FFF2-40B4-BE49-F238E27FC236}">
                <a16:creationId xmlns:a16="http://schemas.microsoft.com/office/drawing/2014/main" id="{FC7D01D8-9E51-4D1F-92EC-C2134AC9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8413" y="11572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47E8A"/>
            </a:solidFill>
          </a:ln>
        </p:spPr>
      </p:sp>
      <p:sp>
        <p:nvSpPr>
          <p:cNvPr id="151" name="path-148">
            <a:extLst xmlns:a="http://schemas.openxmlformats.org/drawingml/2006/main">
              <a:ext uri="{FF2B5EF4-FFF2-40B4-BE49-F238E27FC236}">
                <a16:creationId xmlns:a16="http://schemas.microsoft.com/office/drawing/2014/main" id="{E072ABC1-550A-45B5-B7A1-6A6AD934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1190625"/>
            <a:ext cx="266700" cy="953"/>
          </a:xfrm>
          <a:custGeom xmlns:a="http://schemas.openxmlformats.org/drawingml/2006/main"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152" name="vector-149">
            <a:extLst xmlns:a="http://schemas.openxmlformats.org/drawingml/2006/main">
              <a:ext uri="{FF2B5EF4-FFF2-40B4-BE49-F238E27FC236}">
                <a16:creationId xmlns:a16="http://schemas.microsoft.com/office/drawing/2014/main" id="{956F5C71-8FB1-4E13-9505-DA194A14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8413" y="13096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47E8A"/>
            </a:solidFill>
          </a:ln>
        </p:spPr>
      </p:sp>
      <p:sp>
        <p:nvSpPr>
          <p:cNvPr id="153" name="path-150">
            <a:extLst xmlns:a="http://schemas.openxmlformats.org/drawingml/2006/main">
              <a:ext uri="{FF2B5EF4-FFF2-40B4-BE49-F238E27FC236}">
                <a16:creationId xmlns:a16="http://schemas.microsoft.com/office/drawing/2014/main" id="{FBEF473A-23EC-4F42-98D7-118B55F5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1343025"/>
            <a:ext cx="266700" cy="953"/>
          </a:xfrm>
          <a:custGeom xmlns:a="http://schemas.openxmlformats.org/drawingml/2006/main"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747E8A"/>
            </a:solidFill>
          </a:ln>
        </p:spPr>
      </p:sp>
      <p:sp>
        <p:nvSpPr>
          <p:cNvPr id="154" name="vector-151">
            <a:extLst xmlns:a="http://schemas.openxmlformats.org/drawingml/2006/main">
              <a:ext uri="{FF2B5EF4-FFF2-40B4-BE49-F238E27FC236}">
                <a16:creationId xmlns:a16="http://schemas.microsoft.com/office/drawing/2014/main" id="{B18DAD48-5EB5-4557-A2E5-E735A9A4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15240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55" name="vector-152">
            <a:extLst xmlns:a="http://schemas.openxmlformats.org/drawingml/2006/main">
              <a:ext uri="{FF2B5EF4-FFF2-40B4-BE49-F238E27FC236}">
                <a16:creationId xmlns:a16="http://schemas.microsoft.com/office/drawing/2014/main" id="{9E427866-2086-45B8-8FBE-BADCD121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15240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156" name="vector-153">
            <a:extLst xmlns:a="http://schemas.openxmlformats.org/drawingml/2006/main">
              <a:ext uri="{FF2B5EF4-FFF2-40B4-BE49-F238E27FC236}">
                <a16:creationId xmlns:a16="http://schemas.microsoft.com/office/drawing/2014/main" id="{52519A98-A312-4CC6-B8F2-D828A20B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15240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57" name="path-154">
            <a:extLst xmlns:a="http://schemas.openxmlformats.org/drawingml/2006/main">
              <a:ext uri="{FF2B5EF4-FFF2-40B4-BE49-F238E27FC236}">
                <a16:creationId xmlns:a16="http://schemas.microsoft.com/office/drawing/2014/main" id="{0CA26768-C04D-4C60-82E3-79704575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1809750"/>
            <a:ext cx="953" cy="123825"/>
          </a:xfrm>
          <a:custGeom xmlns:a="http://schemas.openxmlformats.org/drawingml/2006/main">
            <a:pathLst>
              <a:path w="953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AEB7C2"/>
            </a:solidFill>
          </a:ln>
        </p:spPr>
      </p:sp>
      <p:sp>
        <p:nvSpPr>
          <p:cNvPr id="158" name="path-155">
            <a:extLst xmlns:a="http://schemas.openxmlformats.org/drawingml/2006/main">
              <a:ext uri="{FF2B5EF4-FFF2-40B4-BE49-F238E27FC236}">
                <a16:creationId xmlns:a16="http://schemas.microsoft.com/office/drawing/2014/main" id="{A44E5727-821E-4B13-A0D3-B23EB3D3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809750"/>
            <a:ext cx="953" cy="123825"/>
          </a:xfrm>
          <a:custGeom xmlns:a="http://schemas.openxmlformats.org/drawingml/2006/main">
            <a:pathLst>
              <a:path w="953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AEB7C2"/>
            </a:solidFill>
          </a:ln>
        </p:spPr>
      </p:sp>
      <p:sp>
        <p:nvSpPr>
          <p:cNvPr id="159" name="path-156">
            <a:extLst xmlns:a="http://schemas.openxmlformats.org/drawingml/2006/main">
              <a:ext uri="{FF2B5EF4-FFF2-40B4-BE49-F238E27FC236}">
                <a16:creationId xmlns:a16="http://schemas.microsoft.com/office/drawing/2014/main" id="{773A988C-066F-4024-9A8F-3869B14B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75" y="1809750"/>
            <a:ext cx="953" cy="123825"/>
          </a:xfrm>
          <a:custGeom xmlns:a="http://schemas.openxmlformats.org/drawingml/2006/main">
            <a:pathLst>
              <a:path w="953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AEB7C2"/>
            </a:solidFill>
          </a:ln>
        </p:spPr>
      </p:sp>
      <p:sp>
        <p:nvSpPr>
          <p:cNvPr id="160" name="path-157">
            <a:extLst xmlns:a="http://schemas.openxmlformats.org/drawingml/2006/main">
              <a:ext uri="{FF2B5EF4-FFF2-40B4-BE49-F238E27FC236}">
                <a16:creationId xmlns:a16="http://schemas.microsoft.com/office/drawing/2014/main" id="{87661E3E-83BB-4AF8-B3A5-283BB1EB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1933575"/>
            <a:ext cx="1657350" cy="953"/>
          </a:xfrm>
          <a:custGeom xmlns:a="http://schemas.openxmlformats.org/drawingml/2006/main">
            <a:pathLst>
              <a:path w="1657350" h="953">
                <a:moveTo>
                  <a:pt x="0" y="0"/>
                </a:moveTo>
                <a:lnTo>
                  <a:pt x="1657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AEB7C2"/>
            </a:solidFill>
          </a:ln>
        </p:spPr>
      </p:sp>
      <p:sp>
        <p:nvSpPr>
          <p:cNvPr id="161" name="vector-158">
            <a:extLst xmlns:a="http://schemas.openxmlformats.org/drawingml/2006/main">
              <a:ext uri="{FF2B5EF4-FFF2-40B4-BE49-F238E27FC236}">
                <a16:creationId xmlns:a16="http://schemas.microsoft.com/office/drawing/2014/main" id="{CA0C30E8-F1DD-46AD-B609-78A12CD7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524" y="193309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sp>
        <p:nvSpPr>
          <p:cNvPr id="162" name="vector-159">
            <a:extLst xmlns:a="http://schemas.openxmlformats.org/drawingml/2006/main">
              <a:ext uri="{FF2B5EF4-FFF2-40B4-BE49-F238E27FC236}">
                <a16:creationId xmlns:a16="http://schemas.microsoft.com/office/drawing/2014/main" id="{916606CE-74B5-4874-B9CB-0FE2348D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524" y="208549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cxnSp>
        <p:nvCxnSpPr>
          <p:cNvPr id="494" name=""/>
          <p:cNvCxnSpPr>
            <a:stCxn xmlns:a="http://schemas.openxmlformats.org/drawingml/2006/main" id="161" idx="2"/>
            <a:endCxn xmlns:a="http://schemas.openxmlformats.org/drawingml/2006/main" id="162" idx="0"/>
          </p:cNvCxnSpPr>
          <p:nvPr/>
        </p:nvCxnSpPr>
        <p:spPr>
          <a:xfrm xmlns:a="http://schemas.openxmlformats.org/drawingml/2006/main">
            <a:off x="13335001" y="1934052"/>
            <a:ext cx="0" cy="151447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EB7C2"/>
            </a:solidFill>
            <a:tailEnd type="triangle" w="sm" len="sm"/>
          </a:ln>
        </p:spPr>
      </p:cxnSp>
      <p:sp>
        <p:nvSpPr>
          <p:cNvPr id="164" name="path-160">
            <a:extLst xmlns:a="http://schemas.openxmlformats.org/drawingml/2006/main">
              <a:ext uri="{FF2B5EF4-FFF2-40B4-BE49-F238E27FC236}">
                <a16:creationId xmlns:a16="http://schemas.microsoft.com/office/drawing/2014/main" id="{A8F524EA-5AF1-436A-AF4A-F09CE7DD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162175"/>
            <a:ext cx="1905000" cy="953"/>
          </a:xfrm>
          <a:custGeom xmlns:a="http://schemas.openxmlformats.org/drawingml/2006/main">
            <a:pathLst>
              <a:path w="1905000" h="953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18A83"/>
            </a:solidFill>
          </a:ln>
        </p:spPr>
      </p:sp>
      <p:sp>
        <p:nvSpPr>
          <p:cNvPr id="165" name="path-161">
            <a:extLst xmlns:a="http://schemas.openxmlformats.org/drawingml/2006/main">
              <a:ext uri="{FF2B5EF4-FFF2-40B4-BE49-F238E27FC236}">
                <a16:creationId xmlns:a16="http://schemas.microsoft.com/office/drawing/2014/main" id="{6EAC2800-AC01-4787-8A01-494E515E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85975"/>
            <a:ext cx="953" cy="76200"/>
          </a:xfrm>
          <a:custGeom xmlns:a="http://schemas.openxmlformats.org/drawingml/2006/main"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18A83"/>
            </a:solidFill>
          </a:ln>
        </p:spPr>
      </p:sp>
      <p:sp>
        <p:nvSpPr>
          <p:cNvPr id="166" name="vector-162">
            <a:extLst xmlns:a="http://schemas.openxmlformats.org/drawingml/2006/main">
              <a:ext uri="{FF2B5EF4-FFF2-40B4-BE49-F238E27FC236}">
                <a16:creationId xmlns:a16="http://schemas.microsoft.com/office/drawing/2014/main" id="{80CDDFFD-68F3-400B-B336-2565694D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024" y="216169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sp>
        <p:nvSpPr>
          <p:cNvPr id="167" name="vector-163">
            <a:extLst xmlns:a="http://schemas.openxmlformats.org/drawingml/2006/main">
              <a:ext uri="{FF2B5EF4-FFF2-40B4-BE49-F238E27FC236}">
                <a16:creationId xmlns:a16="http://schemas.microsoft.com/office/drawing/2014/main" id="{EB546AC7-AB38-4A91-B258-C3234BF8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024" y="232362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cxnSp>
        <p:nvCxnSpPr>
          <p:cNvPr id="499" name=""/>
          <p:cNvCxnSpPr>
            <a:stCxn xmlns:a="http://schemas.openxmlformats.org/drawingml/2006/main" id="166" idx="2"/>
            <a:endCxn xmlns:a="http://schemas.openxmlformats.org/drawingml/2006/main" id="167" idx="0"/>
          </p:cNvCxnSpPr>
          <p:nvPr/>
        </p:nvCxnSpPr>
        <p:spPr>
          <a:xfrm xmlns:a="http://schemas.openxmlformats.org/drawingml/2006/main">
            <a:off x="12382501" y="2162652"/>
            <a:ext cx="0" cy="16097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18A83"/>
            </a:solidFill>
            <a:tailEnd type="triangle" w="sm" len="sm"/>
          </a:ln>
        </p:spPr>
      </p:cxnSp>
      <p:sp>
        <p:nvSpPr>
          <p:cNvPr id="169" name="vector-164">
            <a:extLst xmlns:a="http://schemas.openxmlformats.org/drawingml/2006/main">
              <a:ext uri="{FF2B5EF4-FFF2-40B4-BE49-F238E27FC236}">
                <a16:creationId xmlns:a16="http://schemas.microsoft.com/office/drawing/2014/main" id="{EC592D98-E1AB-4E2A-8F35-9F9D8816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23336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18A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18A83"/>
                </a:solidFill>
                <a:latin typeface="Arial"/>
                <a:ea typeface="Arial"/>
                <a:cs typeface="Arial"/>
              </a:rPr>
              <a:t>a₁</a:t>
            </a:r>
          </a:p>
        </p:txBody>
      </p:sp>
      <p:sp>
        <p:nvSpPr>
          <p:cNvPr id="170" name="path-165">
            <a:extLst xmlns:a="http://schemas.openxmlformats.org/drawingml/2006/main">
              <a:ext uri="{FF2B5EF4-FFF2-40B4-BE49-F238E27FC236}">
                <a16:creationId xmlns:a16="http://schemas.microsoft.com/office/drawing/2014/main" id="{A9613727-B69A-4DD2-A579-CA18D12D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5788" y="2753678"/>
            <a:ext cx="733425" cy="366713"/>
          </a:xfrm>
          <a:custGeom xmlns:a="http://schemas.openxmlformats.org/drawingml/2006/main">
            <a:pathLst>
              <a:path w="733425" h="366713">
                <a:moveTo>
                  <a:pt x="366713" y="0"/>
                </a:moveTo>
                <a:lnTo>
                  <a:pt x="733425" y="183356"/>
                </a:lnTo>
                <a:lnTo>
                  <a:pt x="366713" y="366713"/>
                </a:lnTo>
                <a:lnTo>
                  <a:pt x="0" y="183356"/>
                </a:lnTo>
                <a:close/>
              </a:path>
            </a:pathLst>
          </a:custGeom>
          <a:solidFill xmlns:a="http://schemas.openxmlformats.org/drawingml/2006/main">
            <a:srgbClr val="E8F5F1"/>
          </a:solidFill>
          <a:ln xmlns:a="http://schemas.openxmlformats.org/drawingml/2006/main" w="17145">
            <a:solidFill>
              <a:srgbClr val="218A83"/>
            </a:solidFill>
          </a:ln>
        </p:spPr>
      </p:sp>
      <p:sp>
        <p:nvSpPr>
          <p:cNvPr id="171" name="path-166">
            <a:extLst xmlns:a="http://schemas.openxmlformats.org/drawingml/2006/main">
              <a:ext uri="{FF2B5EF4-FFF2-40B4-BE49-F238E27FC236}">
                <a16:creationId xmlns:a16="http://schemas.microsoft.com/office/drawing/2014/main" id="{1830911A-1D3C-492E-83F7-4D1A1E80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5788" y="2696051"/>
            <a:ext cx="733425" cy="366713"/>
          </a:xfrm>
          <a:custGeom xmlns:a="http://schemas.openxmlformats.org/drawingml/2006/main">
            <a:pathLst>
              <a:path w="733425" h="366713">
                <a:moveTo>
                  <a:pt x="366713" y="0"/>
                </a:moveTo>
                <a:lnTo>
                  <a:pt x="733425" y="183356"/>
                </a:lnTo>
                <a:lnTo>
                  <a:pt x="366713" y="366713"/>
                </a:lnTo>
                <a:lnTo>
                  <a:pt x="0" y="183356"/>
                </a:lnTo>
                <a:close/>
              </a:path>
            </a:pathLst>
          </a:custGeom>
          <a:solidFill xmlns:a="http://schemas.openxmlformats.org/drawingml/2006/main">
            <a:srgbClr val="E8F5F1"/>
          </a:solidFill>
          <a:ln xmlns:a="http://schemas.openxmlformats.org/drawingml/2006/main" w="17145">
            <a:solidFill>
              <a:srgbClr val="218A83"/>
            </a:solidFill>
          </a:ln>
        </p:spPr>
      </p:sp>
      <p:sp>
        <p:nvSpPr>
          <p:cNvPr id="172" name="path-167">
            <a:extLst xmlns:a="http://schemas.openxmlformats.org/drawingml/2006/main">
              <a:ext uri="{FF2B5EF4-FFF2-40B4-BE49-F238E27FC236}">
                <a16:creationId xmlns:a16="http://schemas.microsoft.com/office/drawing/2014/main" id="{ADE06591-4243-4D4F-BB3F-055CBAAA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5788" y="2638425"/>
            <a:ext cx="733425" cy="366713"/>
          </a:xfrm>
          <a:custGeom xmlns:a="http://schemas.openxmlformats.org/drawingml/2006/main">
            <a:pathLst>
              <a:path w="733425" h="366713">
                <a:moveTo>
                  <a:pt x="366713" y="0"/>
                </a:moveTo>
                <a:lnTo>
                  <a:pt x="733425" y="183356"/>
                </a:lnTo>
                <a:lnTo>
                  <a:pt x="366713" y="366713"/>
                </a:lnTo>
                <a:lnTo>
                  <a:pt x="0" y="183356"/>
                </a:lnTo>
                <a:close/>
              </a:path>
            </a:pathLst>
          </a:custGeom>
          <a:solidFill xmlns:a="http://schemas.openxmlformats.org/drawingml/2006/main">
            <a:srgbClr val="E8F5F1"/>
          </a:solidFill>
          <a:ln xmlns:a="http://schemas.openxmlformats.org/drawingml/2006/main" w="17145">
            <a:solidFill>
              <a:srgbClr val="218A83"/>
            </a:solidFill>
          </a:ln>
        </p:spPr>
      </p:sp>
      <p:sp>
        <p:nvSpPr>
          <p:cNvPr id="173" name="path-168">
            <a:extLst xmlns:a="http://schemas.openxmlformats.org/drawingml/2006/main">
              <a:ext uri="{FF2B5EF4-FFF2-40B4-BE49-F238E27FC236}">
                <a16:creationId xmlns:a16="http://schemas.microsoft.com/office/drawing/2014/main" id="{06FD09E3-0A96-475A-909B-EC12DF11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1114" y="2685050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174" name="path-169">
            <a:extLst xmlns:a="http://schemas.openxmlformats.org/drawingml/2006/main">
              <a:ext uri="{FF2B5EF4-FFF2-40B4-BE49-F238E27FC236}">
                <a16:creationId xmlns:a16="http://schemas.microsoft.com/office/drawing/2014/main" id="{34AF6352-2D34-4740-B824-A2164046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3010" y="2719102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175" name="path-170">
            <a:extLst xmlns:a="http://schemas.openxmlformats.org/drawingml/2006/main">
              <a:ext uri="{FF2B5EF4-FFF2-40B4-BE49-F238E27FC236}">
                <a16:creationId xmlns:a16="http://schemas.microsoft.com/office/drawing/2014/main" id="{927FB9CA-5DE0-4A1D-8CF2-DC90785F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906" y="2753154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176" name="path-171">
            <a:extLst xmlns:a="http://schemas.openxmlformats.org/drawingml/2006/main">
              <a:ext uri="{FF2B5EF4-FFF2-40B4-BE49-F238E27FC236}">
                <a16:creationId xmlns:a16="http://schemas.microsoft.com/office/drawing/2014/main" id="{20FF37AD-40F2-4FEB-A19C-F299693A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6803" y="2787206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177" name="path-172">
            <a:extLst xmlns:a="http://schemas.openxmlformats.org/drawingml/2006/main">
              <a:ext uri="{FF2B5EF4-FFF2-40B4-BE49-F238E27FC236}">
                <a16:creationId xmlns:a16="http://schemas.microsoft.com/office/drawing/2014/main" id="{0F15D3AB-A5B8-4E72-A3BB-BDEF776A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9218" y="2719102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178" name="path-173">
            <a:extLst xmlns:a="http://schemas.openxmlformats.org/drawingml/2006/main">
              <a:ext uri="{FF2B5EF4-FFF2-40B4-BE49-F238E27FC236}">
                <a16:creationId xmlns:a16="http://schemas.microsoft.com/office/drawing/2014/main" id="{557C4905-E4C2-49F2-B1A7-EEB3A0DC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1114" y="2753154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179" name="path-174">
            <a:extLst xmlns:a="http://schemas.openxmlformats.org/drawingml/2006/main">
              <a:ext uri="{FF2B5EF4-FFF2-40B4-BE49-F238E27FC236}">
                <a16:creationId xmlns:a16="http://schemas.microsoft.com/office/drawing/2014/main" id="{7DA1A589-70E5-4BDC-8177-43C1D107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3010" y="2787206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180" name="path-175">
            <a:extLst xmlns:a="http://schemas.openxmlformats.org/drawingml/2006/main">
              <a:ext uri="{FF2B5EF4-FFF2-40B4-BE49-F238E27FC236}">
                <a16:creationId xmlns:a16="http://schemas.microsoft.com/office/drawing/2014/main" id="{1DE3138D-3C73-454D-9F2C-95F5B238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906" y="2821257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181" name="path-176">
            <a:extLst xmlns:a="http://schemas.openxmlformats.org/drawingml/2006/main">
              <a:ext uri="{FF2B5EF4-FFF2-40B4-BE49-F238E27FC236}">
                <a16:creationId xmlns:a16="http://schemas.microsoft.com/office/drawing/2014/main" id="{9CE846D6-CF4F-47E1-A546-E9F00585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321" y="2753154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182" name="path-177">
            <a:extLst xmlns:a="http://schemas.openxmlformats.org/drawingml/2006/main">
              <a:ext uri="{FF2B5EF4-FFF2-40B4-BE49-F238E27FC236}">
                <a16:creationId xmlns:a16="http://schemas.microsoft.com/office/drawing/2014/main" id="{C3EB0959-73FC-4C6A-AEA8-99F82FD9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9218" y="2787206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183" name="path-178">
            <a:extLst xmlns:a="http://schemas.openxmlformats.org/drawingml/2006/main">
              <a:ext uri="{FF2B5EF4-FFF2-40B4-BE49-F238E27FC236}">
                <a16:creationId xmlns:a16="http://schemas.microsoft.com/office/drawing/2014/main" id="{2F35F779-DDAA-4BAD-B69D-4FA81726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1114" y="2821257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184" name="path-179">
            <a:extLst xmlns:a="http://schemas.openxmlformats.org/drawingml/2006/main">
              <a:ext uri="{FF2B5EF4-FFF2-40B4-BE49-F238E27FC236}">
                <a16:creationId xmlns:a16="http://schemas.microsoft.com/office/drawing/2014/main" id="{D3D5F5AB-3A25-4204-AD43-C7311489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3010" y="2855309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185" name="path-180">
            <a:extLst xmlns:a="http://schemas.openxmlformats.org/drawingml/2006/main">
              <a:ext uri="{FF2B5EF4-FFF2-40B4-BE49-F238E27FC236}">
                <a16:creationId xmlns:a16="http://schemas.microsoft.com/office/drawing/2014/main" id="{9E705284-41AF-48D7-AF45-46E14689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5425" y="2787206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186" name="path-181">
            <a:extLst xmlns:a="http://schemas.openxmlformats.org/drawingml/2006/main">
              <a:ext uri="{FF2B5EF4-FFF2-40B4-BE49-F238E27FC236}">
                <a16:creationId xmlns:a16="http://schemas.microsoft.com/office/drawing/2014/main" id="{B01979D6-7001-4131-8CFA-5D48665C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321" y="2821257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187" name="path-182">
            <a:extLst xmlns:a="http://schemas.openxmlformats.org/drawingml/2006/main">
              <a:ext uri="{FF2B5EF4-FFF2-40B4-BE49-F238E27FC236}">
                <a16:creationId xmlns:a16="http://schemas.microsoft.com/office/drawing/2014/main" id="{A357AC10-D64B-4372-A386-BEDC2F37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9218" y="2855309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188" name="path-183">
            <a:extLst xmlns:a="http://schemas.openxmlformats.org/drawingml/2006/main">
              <a:ext uri="{FF2B5EF4-FFF2-40B4-BE49-F238E27FC236}">
                <a16:creationId xmlns:a16="http://schemas.microsoft.com/office/drawing/2014/main" id="{B50F3D5F-7662-40D0-9077-AF38EB2A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1114" y="2889361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189" name="vector-184">
            <a:extLst xmlns:a="http://schemas.openxmlformats.org/drawingml/2006/main">
              <a:ext uri="{FF2B5EF4-FFF2-40B4-BE49-F238E27FC236}">
                <a16:creationId xmlns:a16="http://schemas.microsoft.com/office/drawing/2014/main" id="{F7A6C9C2-0918-486C-9240-B053F1A6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524" y="216169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sp>
        <p:nvSpPr>
          <p:cNvPr id="190" name="vector-185">
            <a:extLst xmlns:a="http://schemas.openxmlformats.org/drawingml/2006/main">
              <a:ext uri="{FF2B5EF4-FFF2-40B4-BE49-F238E27FC236}">
                <a16:creationId xmlns:a16="http://schemas.microsoft.com/office/drawing/2014/main" id="{10018425-7AA5-4513-9FEC-7E715B5E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524" y="232362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cxnSp>
        <p:nvCxnSpPr>
          <p:cNvPr id="522" name=""/>
          <p:cNvCxnSpPr>
            <a:stCxn xmlns:a="http://schemas.openxmlformats.org/drawingml/2006/main" id="189" idx="2"/>
            <a:endCxn xmlns:a="http://schemas.openxmlformats.org/drawingml/2006/main" id="190" idx="0"/>
          </p:cNvCxnSpPr>
          <p:nvPr/>
        </p:nvCxnSpPr>
        <p:spPr>
          <a:xfrm xmlns:a="http://schemas.openxmlformats.org/drawingml/2006/main">
            <a:off x="13335001" y="2162652"/>
            <a:ext cx="0" cy="16097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18A83"/>
            </a:solidFill>
            <a:tailEnd type="triangle" w="sm" len="sm"/>
          </a:ln>
        </p:spPr>
      </p:cxnSp>
      <p:sp>
        <p:nvSpPr>
          <p:cNvPr id="192" name="vector-186">
            <a:extLst xmlns:a="http://schemas.openxmlformats.org/drawingml/2006/main">
              <a:ext uri="{FF2B5EF4-FFF2-40B4-BE49-F238E27FC236}">
                <a16:creationId xmlns:a16="http://schemas.microsoft.com/office/drawing/2014/main" id="{CD7113C6-01BD-4B3E-ADB3-25947302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23336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18A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18A83"/>
                </a:solidFill>
                <a:latin typeface="Arial"/>
                <a:ea typeface="Arial"/>
                <a:cs typeface="Arial"/>
              </a:rPr>
              <a:t>a₂</a:t>
            </a:r>
          </a:p>
        </p:txBody>
      </p:sp>
      <p:sp>
        <p:nvSpPr>
          <p:cNvPr id="193" name="path-187">
            <a:extLst xmlns:a="http://schemas.openxmlformats.org/drawingml/2006/main">
              <a:ext uri="{FF2B5EF4-FFF2-40B4-BE49-F238E27FC236}">
                <a16:creationId xmlns:a16="http://schemas.microsoft.com/office/drawing/2014/main" id="{96BE727B-21B0-434D-8876-32A0B9AA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8288" y="2753678"/>
            <a:ext cx="733425" cy="366713"/>
          </a:xfrm>
          <a:custGeom xmlns:a="http://schemas.openxmlformats.org/drawingml/2006/main">
            <a:pathLst>
              <a:path w="733425" h="366713">
                <a:moveTo>
                  <a:pt x="366713" y="0"/>
                </a:moveTo>
                <a:lnTo>
                  <a:pt x="733425" y="183356"/>
                </a:lnTo>
                <a:lnTo>
                  <a:pt x="366713" y="366713"/>
                </a:lnTo>
                <a:lnTo>
                  <a:pt x="0" y="183356"/>
                </a:lnTo>
                <a:close/>
              </a:path>
            </a:pathLst>
          </a:custGeom>
          <a:solidFill xmlns:a="http://schemas.openxmlformats.org/drawingml/2006/main">
            <a:srgbClr val="E8F5F1"/>
          </a:solidFill>
          <a:ln xmlns:a="http://schemas.openxmlformats.org/drawingml/2006/main" w="17145">
            <a:solidFill>
              <a:srgbClr val="218A83"/>
            </a:solidFill>
          </a:ln>
        </p:spPr>
      </p:sp>
      <p:sp>
        <p:nvSpPr>
          <p:cNvPr id="194" name="path-188">
            <a:extLst xmlns:a="http://schemas.openxmlformats.org/drawingml/2006/main">
              <a:ext uri="{FF2B5EF4-FFF2-40B4-BE49-F238E27FC236}">
                <a16:creationId xmlns:a16="http://schemas.microsoft.com/office/drawing/2014/main" id="{CD029D7B-132F-43B4-A787-01E6FC50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8288" y="2696051"/>
            <a:ext cx="733425" cy="366713"/>
          </a:xfrm>
          <a:custGeom xmlns:a="http://schemas.openxmlformats.org/drawingml/2006/main">
            <a:pathLst>
              <a:path w="733425" h="366713">
                <a:moveTo>
                  <a:pt x="366713" y="0"/>
                </a:moveTo>
                <a:lnTo>
                  <a:pt x="733425" y="183356"/>
                </a:lnTo>
                <a:lnTo>
                  <a:pt x="366713" y="366713"/>
                </a:lnTo>
                <a:lnTo>
                  <a:pt x="0" y="183356"/>
                </a:lnTo>
                <a:close/>
              </a:path>
            </a:pathLst>
          </a:custGeom>
          <a:solidFill xmlns:a="http://schemas.openxmlformats.org/drawingml/2006/main">
            <a:srgbClr val="E8F5F1"/>
          </a:solidFill>
          <a:ln xmlns:a="http://schemas.openxmlformats.org/drawingml/2006/main" w="17145">
            <a:solidFill>
              <a:srgbClr val="218A83"/>
            </a:solidFill>
          </a:ln>
        </p:spPr>
      </p:sp>
      <p:sp>
        <p:nvSpPr>
          <p:cNvPr id="195" name="path-189">
            <a:extLst xmlns:a="http://schemas.openxmlformats.org/drawingml/2006/main">
              <a:ext uri="{FF2B5EF4-FFF2-40B4-BE49-F238E27FC236}">
                <a16:creationId xmlns:a16="http://schemas.microsoft.com/office/drawing/2014/main" id="{6018D265-631D-44DF-A99C-E6249667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8288" y="2638425"/>
            <a:ext cx="733425" cy="366713"/>
          </a:xfrm>
          <a:custGeom xmlns:a="http://schemas.openxmlformats.org/drawingml/2006/main">
            <a:pathLst>
              <a:path w="733425" h="366713">
                <a:moveTo>
                  <a:pt x="366713" y="0"/>
                </a:moveTo>
                <a:lnTo>
                  <a:pt x="733425" y="183356"/>
                </a:lnTo>
                <a:lnTo>
                  <a:pt x="366713" y="366713"/>
                </a:lnTo>
                <a:lnTo>
                  <a:pt x="0" y="183356"/>
                </a:lnTo>
                <a:close/>
              </a:path>
            </a:pathLst>
          </a:custGeom>
          <a:solidFill xmlns:a="http://schemas.openxmlformats.org/drawingml/2006/main">
            <a:srgbClr val="E8F5F1"/>
          </a:solidFill>
          <a:ln xmlns:a="http://schemas.openxmlformats.org/drawingml/2006/main" w="17145">
            <a:solidFill>
              <a:srgbClr val="218A83"/>
            </a:solidFill>
          </a:ln>
        </p:spPr>
      </p:sp>
      <p:sp>
        <p:nvSpPr>
          <p:cNvPr id="196" name="path-190">
            <a:extLst xmlns:a="http://schemas.openxmlformats.org/drawingml/2006/main">
              <a:ext uri="{FF2B5EF4-FFF2-40B4-BE49-F238E27FC236}">
                <a16:creationId xmlns:a16="http://schemas.microsoft.com/office/drawing/2014/main" id="{2FB61185-EA48-48C5-9C0D-C224A0C9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3614" y="2685050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197" name="path-191">
            <a:extLst xmlns:a="http://schemas.openxmlformats.org/drawingml/2006/main">
              <a:ext uri="{FF2B5EF4-FFF2-40B4-BE49-F238E27FC236}">
                <a16:creationId xmlns:a16="http://schemas.microsoft.com/office/drawing/2014/main" id="{B4E68100-EE81-4A3B-BC4C-B6C441BF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510" y="2719102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198" name="path-192">
            <a:extLst xmlns:a="http://schemas.openxmlformats.org/drawingml/2006/main">
              <a:ext uri="{FF2B5EF4-FFF2-40B4-BE49-F238E27FC236}">
                <a16:creationId xmlns:a16="http://schemas.microsoft.com/office/drawing/2014/main" id="{3CC36271-BDB8-4DD4-A4E2-89504B65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7406" y="2753154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199" name="path-193">
            <a:extLst xmlns:a="http://schemas.openxmlformats.org/drawingml/2006/main">
              <a:ext uri="{FF2B5EF4-FFF2-40B4-BE49-F238E27FC236}">
                <a16:creationId xmlns:a16="http://schemas.microsoft.com/office/drawing/2014/main" id="{807E2430-A6C1-47CC-8DB3-D8622D28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9303" y="2787206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00" name="path-194">
            <a:extLst xmlns:a="http://schemas.openxmlformats.org/drawingml/2006/main">
              <a:ext uri="{FF2B5EF4-FFF2-40B4-BE49-F238E27FC236}">
                <a16:creationId xmlns:a16="http://schemas.microsoft.com/office/drawing/2014/main" id="{2AC59A81-44E3-4979-A1C3-CBC481D7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1718" y="2719102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01" name="path-195">
            <a:extLst xmlns:a="http://schemas.openxmlformats.org/drawingml/2006/main">
              <a:ext uri="{FF2B5EF4-FFF2-40B4-BE49-F238E27FC236}">
                <a16:creationId xmlns:a16="http://schemas.microsoft.com/office/drawing/2014/main" id="{1E03AEFA-F0D7-4919-B420-5328CFB5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3614" y="2753154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02" name="path-196">
            <a:extLst xmlns:a="http://schemas.openxmlformats.org/drawingml/2006/main">
              <a:ext uri="{FF2B5EF4-FFF2-40B4-BE49-F238E27FC236}">
                <a16:creationId xmlns:a16="http://schemas.microsoft.com/office/drawing/2014/main" id="{54C254F1-12F0-4942-A2BD-51509C52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510" y="2787206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03" name="path-197">
            <a:extLst xmlns:a="http://schemas.openxmlformats.org/drawingml/2006/main">
              <a:ext uri="{FF2B5EF4-FFF2-40B4-BE49-F238E27FC236}">
                <a16:creationId xmlns:a16="http://schemas.microsoft.com/office/drawing/2014/main" id="{60C61E97-E880-484F-981F-8DCEC171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7406" y="2821257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04" name="path-198">
            <a:extLst xmlns:a="http://schemas.openxmlformats.org/drawingml/2006/main">
              <a:ext uri="{FF2B5EF4-FFF2-40B4-BE49-F238E27FC236}">
                <a16:creationId xmlns:a16="http://schemas.microsoft.com/office/drawing/2014/main" id="{028710B2-F2E9-4418-AF5D-6177EEBB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821" y="2753154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05" name="path-199">
            <a:extLst xmlns:a="http://schemas.openxmlformats.org/drawingml/2006/main">
              <a:ext uri="{FF2B5EF4-FFF2-40B4-BE49-F238E27FC236}">
                <a16:creationId xmlns:a16="http://schemas.microsoft.com/office/drawing/2014/main" id="{E38AD249-EDF5-4086-B52E-89D9E591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1718" y="2787206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06" name="path-200">
            <a:extLst xmlns:a="http://schemas.openxmlformats.org/drawingml/2006/main">
              <a:ext uri="{FF2B5EF4-FFF2-40B4-BE49-F238E27FC236}">
                <a16:creationId xmlns:a16="http://schemas.microsoft.com/office/drawing/2014/main" id="{B7F29BD7-D9D8-4052-B7A4-FD235244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3614" y="2821257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07" name="path-201">
            <a:extLst xmlns:a="http://schemas.openxmlformats.org/drawingml/2006/main">
              <a:ext uri="{FF2B5EF4-FFF2-40B4-BE49-F238E27FC236}">
                <a16:creationId xmlns:a16="http://schemas.microsoft.com/office/drawing/2014/main" id="{8C7B6EC5-BACD-4AC7-9AB7-CDDE281C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510" y="2855309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08" name="path-202">
            <a:extLst xmlns:a="http://schemas.openxmlformats.org/drawingml/2006/main">
              <a:ext uri="{FF2B5EF4-FFF2-40B4-BE49-F238E27FC236}">
                <a16:creationId xmlns:a16="http://schemas.microsoft.com/office/drawing/2014/main" id="{5B01A0F9-863F-4CA9-9514-1346E946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7925" y="2787206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09" name="path-203">
            <a:extLst xmlns:a="http://schemas.openxmlformats.org/drawingml/2006/main">
              <a:ext uri="{FF2B5EF4-FFF2-40B4-BE49-F238E27FC236}">
                <a16:creationId xmlns:a16="http://schemas.microsoft.com/office/drawing/2014/main" id="{8AD8BF97-050A-4A1D-AFA4-559FC40F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821" y="2821257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10" name="path-204">
            <a:extLst xmlns:a="http://schemas.openxmlformats.org/drawingml/2006/main">
              <a:ext uri="{FF2B5EF4-FFF2-40B4-BE49-F238E27FC236}">
                <a16:creationId xmlns:a16="http://schemas.microsoft.com/office/drawing/2014/main" id="{792F3C12-5E9B-4BD5-A93D-F8B93483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1718" y="2855309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11" name="path-205">
            <a:extLst xmlns:a="http://schemas.openxmlformats.org/drawingml/2006/main">
              <a:ext uri="{FF2B5EF4-FFF2-40B4-BE49-F238E27FC236}">
                <a16:creationId xmlns:a16="http://schemas.microsoft.com/office/drawing/2014/main" id="{167DEA78-AA0B-44F9-9D51-AC7C2A7A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3614" y="2889361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12" name="vector-206">
            <a:extLst xmlns:a="http://schemas.openxmlformats.org/drawingml/2006/main">
              <a:ext uri="{FF2B5EF4-FFF2-40B4-BE49-F238E27FC236}">
                <a16:creationId xmlns:a16="http://schemas.microsoft.com/office/drawing/2014/main" id="{0265BEA7-5E8B-41E4-A1F6-8059826C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024" y="216169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sp>
        <p:nvSpPr>
          <p:cNvPr id="213" name="vector-207">
            <a:extLst xmlns:a="http://schemas.openxmlformats.org/drawingml/2006/main">
              <a:ext uri="{FF2B5EF4-FFF2-40B4-BE49-F238E27FC236}">
                <a16:creationId xmlns:a16="http://schemas.microsoft.com/office/drawing/2014/main" id="{048E8961-902C-420A-AA70-38DC7622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024" y="232362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cxnSp>
        <p:nvCxnSpPr>
          <p:cNvPr id="545" name=""/>
          <p:cNvCxnSpPr>
            <a:stCxn xmlns:a="http://schemas.openxmlformats.org/drawingml/2006/main" id="212" idx="2"/>
            <a:endCxn xmlns:a="http://schemas.openxmlformats.org/drawingml/2006/main" id="213" idx="0"/>
          </p:cNvCxnSpPr>
          <p:nvPr/>
        </p:nvCxnSpPr>
        <p:spPr>
          <a:xfrm xmlns:a="http://schemas.openxmlformats.org/drawingml/2006/main">
            <a:off x="14287501" y="2162652"/>
            <a:ext cx="0" cy="16097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18A83"/>
            </a:solidFill>
            <a:tailEnd type="triangle" w="sm" len="sm"/>
          </a:ln>
        </p:spPr>
      </p:cxnSp>
      <p:sp>
        <p:nvSpPr>
          <p:cNvPr id="215" name="vector-208">
            <a:extLst xmlns:a="http://schemas.openxmlformats.org/drawingml/2006/main">
              <a:ext uri="{FF2B5EF4-FFF2-40B4-BE49-F238E27FC236}">
                <a16:creationId xmlns:a16="http://schemas.microsoft.com/office/drawing/2014/main" id="{BAE139D6-461B-44F3-B6F7-EB1B6799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23336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18A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18A83"/>
                </a:solidFill>
                <a:latin typeface="Arial"/>
                <a:ea typeface="Arial"/>
                <a:cs typeface="Arial"/>
              </a:rPr>
              <a:t>aₖ</a:t>
            </a:r>
          </a:p>
        </p:txBody>
      </p:sp>
      <p:sp>
        <p:nvSpPr>
          <p:cNvPr id="216" name="path-209">
            <a:extLst xmlns:a="http://schemas.openxmlformats.org/drawingml/2006/main">
              <a:ext uri="{FF2B5EF4-FFF2-40B4-BE49-F238E27FC236}">
                <a16:creationId xmlns:a16="http://schemas.microsoft.com/office/drawing/2014/main" id="{2159D86F-77DB-42E3-8062-82322C67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0788" y="2753678"/>
            <a:ext cx="733425" cy="366713"/>
          </a:xfrm>
          <a:custGeom xmlns:a="http://schemas.openxmlformats.org/drawingml/2006/main">
            <a:pathLst>
              <a:path w="733425" h="366713">
                <a:moveTo>
                  <a:pt x="366713" y="0"/>
                </a:moveTo>
                <a:lnTo>
                  <a:pt x="733425" y="183356"/>
                </a:lnTo>
                <a:lnTo>
                  <a:pt x="366713" y="366713"/>
                </a:lnTo>
                <a:lnTo>
                  <a:pt x="0" y="183356"/>
                </a:lnTo>
                <a:close/>
              </a:path>
            </a:pathLst>
          </a:custGeom>
          <a:solidFill xmlns:a="http://schemas.openxmlformats.org/drawingml/2006/main">
            <a:srgbClr val="E8F5F1"/>
          </a:solidFill>
          <a:ln xmlns:a="http://schemas.openxmlformats.org/drawingml/2006/main" w="17145">
            <a:solidFill>
              <a:srgbClr val="218A83"/>
            </a:solidFill>
          </a:ln>
        </p:spPr>
      </p:sp>
      <p:sp>
        <p:nvSpPr>
          <p:cNvPr id="217" name="path-210">
            <a:extLst xmlns:a="http://schemas.openxmlformats.org/drawingml/2006/main">
              <a:ext uri="{FF2B5EF4-FFF2-40B4-BE49-F238E27FC236}">
                <a16:creationId xmlns:a16="http://schemas.microsoft.com/office/drawing/2014/main" id="{1924C8B8-F925-44E6-8368-A672048E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0788" y="2696051"/>
            <a:ext cx="733425" cy="366713"/>
          </a:xfrm>
          <a:custGeom xmlns:a="http://schemas.openxmlformats.org/drawingml/2006/main">
            <a:pathLst>
              <a:path w="733425" h="366713">
                <a:moveTo>
                  <a:pt x="366713" y="0"/>
                </a:moveTo>
                <a:lnTo>
                  <a:pt x="733425" y="183356"/>
                </a:lnTo>
                <a:lnTo>
                  <a:pt x="366713" y="366713"/>
                </a:lnTo>
                <a:lnTo>
                  <a:pt x="0" y="183356"/>
                </a:lnTo>
                <a:close/>
              </a:path>
            </a:pathLst>
          </a:custGeom>
          <a:solidFill xmlns:a="http://schemas.openxmlformats.org/drawingml/2006/main">
            <a:srgbClr val="E8F5F1"/>
          </a:solidFill>
          <a:ln xmlns:a="http://schemas.openxmlformats.org/drawingml/2006/main" w="17145">
            <a:solidFill>
              <a:srgbClr val="218A83"/>
            </a:solidFill>
          </a:ln>
        </p:spPr>
      </p:sp>
      <p:sp>
        <p:nvSpPr>
          <p:cNvPr id="218" name="path-211">
            <a:extLst xmlns:a="http://schemas.openxmlformats.org/drawingml/2006/main">
              <a:ext uri="{FF2B5EF4-FFF2-40B4-BE49-F238E27FC236}">
                <a16:creationId xmlns:a16="http://schemas.microsoft.com/office/drawing/2014/main" id="{9B861833-819A-436B-A73B-23BBE404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0788" y="2638425"/>
            <a:ext cx="733425" cy="366713"/>
          </a:xfrm>
          <a:custGeom xmlns:a="http://schemas.openxmlformats.org/drawingml/2006/main">
            <a:pathLst>
              <a:path w="733425" h="366713">
                <a:moveTo>
                  <a:pt x="366713" y="0"/>
                </a:moveTo>
                <a:lnTo>
                  <a:pt x="733425" y="183356"/>
                </a:lnTo>
                <a:lnTo>
                  <a:pt x="366713" y="366713"/>
                </a:lnTo>
                <a:lnTo>
                  <a:pt x="0" y="183356"/>
                </a:lnTo>
                <a:close/>
              </a:path>
            </a:pathLst>
          </a:custGeom>
          <a:solidFill xmlns:a="http://schemas.openxmlformats.org/drawingml/2006/main">
            <a:srgbClr val="E8F5F1"/>
          </a:solidFill>
          <a:ln xmlns:a="http://schemas.openxmlformats.org/drawingml/2006/main" w="17145">
            <a:solidFill>
              <a:srgbClr val="218A83"/>
            </a:solidFill>
          </a:ln>
        </p:spPr>
      </p:sp>
      <p:sp>
        <p:nvSpPr>
          <p:cNvPr id="219" name="path-212">
            <a:extLst xmlns:a="http://schemas.openxmlformats.org/drawingml/2006/main">
              <a:ext uri="{FF2B5EF4-FFF2-40B4-BE49-F238E27FC236}">
                <a16:creationId xmlns:a16="http://schemas.microsoft.com/office/drawing/2014/main" id="{B100385F-8E4D-4D7A-81BA-6C833CB7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114" y="2685050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20" name="path-213">
            <a:extLst xmlns:a="http://schemas.openxmlformats.org/drawingml/2006/main">
              <a:ext uri="{FF2B5EF4-FFF2-40B4-BE49-F238E27FC236}">
                <a16:creationId xmlns:a16="http://schemas.microsoft.com/office/drawing/2014/main" id="{BF7CA786-5EFA-468F-9870-52F54962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8010" y="2719102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21" name="path-214">
            <a:extLst xmlns:a="http://schemas.openxmlformats.org/drawingml/2006/main">
              <a:ext uri="{FF2B5EF4-FFF2-40B4-BE49-F238E27FC236}">
                <a16:creationId xmlns:a16="http://schemas.microsoft.com/office/drawing/2014/main" id="{6AD5F049-28BE-4402-AFBC-E22B03B0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9906" y="2753154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22" name="path-215">
            <a:extLst xmlns:a="http://schemas.openxmlformats.org/drawingml/2006/main">
              <a:ext uri="{FF2B5EF4-FFF2-40B4-BE49-F238E27FC236}">
                <a16:creationId xmlns:a16="http://schemas.microsoft.com/office/drawing/2014/main" id="{FC2016CD-7095-4479-9E47-1CDC99A4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1803" y="2787206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23" name="path-216">
            <a:extLst xmlns:a="http://schemas.openxmlformats.org/drawingml/2006/main">
              <a:ext uri="{FF2B5EF4-FFF2-40B4-BE49-F238E27FC236}">
                <a16:creationId xmlns:a16="http://schemas.microsoft.com/office/drawing/2014/main" id="{7B1EE336-5F8B-45BF-959B-C4B1C0C7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4218" y="2719102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24" name="path-217">
            <a:extLst xmlns:a="http://schemas.openxmlformats.org/drawingml/2006/main">
              <a:ext uri="{FF2B5EF4-FFF2-40B4-BE49-F238E27FC236}">
                <a16:creationId xmlns:a16="http://schemas.microsoft.com/office/drawing/2014/main" id="{A5F27462-1B66-4399-945E-0CF9FCE0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114" y="2753154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25" name="path-218">
            <a:extLst xmlns:a="http://schemas.openxmlformats.org/drawingml/2006/main">
              <a:ext uri="{FF2B5EF4-FFF2-40B4-BE49-F238E27FC236}">
                <a16:creationId xmlns:a16="http://schemas.microsoft.com/office/drawing/2014/main" id="{EB7E6F2A-EF32-4F86-AF13-6AE13883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8010" y="2787206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26" name="path-219">
            <a:extLst xmlns:a="http://schemas.openxmlformats.org/drawingml/2006/main">
              <a:ext uri="{FF2B5EF4-FFF2-40B4-BE49-F238E27FC236}">
                <a16:creationId xmlns:a16="http://schemas.microsoft.com/office/drawing/2014/main" id="{B69D0DC2-328E-417B-B564-8AFDFB03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9906" y="2821257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27" name="path-220">
            <a:extLst xmlns:a="http://schemas.openxmlformats.org/drawingml/2006/main">
              <a:ext uri="{FF2B5EF4-FFF2-40B4-BE49-F238E27FC236}">
                <a16:creationId xmlns:a16="http://schemas.microsoft.com/office/drawing/2014/main" id="{56179C36-E038-49B2-838B-2618AB0E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321" y="2753154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28" name="path-221">
            <a:extLst xmlns:a="http://schemas.openxmlformats.org/drawingml/2006/main">
              <a:ext uri="{FF2B5EF4-FFF2-40B4-BE49-F238E27FC236}">
                <a16:creationId xmlns:a16="http://schemas.microsoft.com/office/drawing/2014/main" id="{B5A235A5-8B81-40A3-B07A-F6D6D4EB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4218" y="2787206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29" name="path-222">
            <a:extLst xmlns:a="http://schemas.openxmlformats.org/drawingml/2006/main">
              <a:ext uri="{FF2B5EF4-FFF2-40B4-BE49-F238E27FC236}">
                <a16:creationId xmlns:a16="http://schemas.microsoft.com/office/drawing/2014/main" id="{350541B6-5B4D-40F9-B586-853A5E2D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114" y="2821257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30" name="path-223">
            <a:extLst xmlns:a="http://schemas.openxmlformats.org/drawingml/2006/main">
              <a:ext uri="{FF2B5EF4-FFF2-40B4-BE49-F238E27FC236}">
                <a16:creationId xmlns:a16="http://schemas.microsoft.com/office/drawing/2014/main" id="{41117EFD-B309-43A0-BAB0-AC58AFE5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8010" y="2855309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31" name="path-224">
            <a:extLst xmlns:a="http://schemas.openxmlformats.org/drawingml/2006/main">
              <a:ext uri="{FF2B5EF4-FFF2-40B4-BE49-F238E27FC236}">
                <a16:creationId xmlns:a16="http://schemas.microsoft.com/office/drawing/2014/main" id="{944E8325-8622-40FF-ADDA-D3E9CEA0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0425" y="2787206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32" name="path-225">
            <a:extLst xmlns:a="http://schemas.openxmlformats.org/drawingml/2006/main">
              <a:ext uri="{FF2B5EF4-FFF2-40B4-BE49-F238E27FC236}">
                <a16:creationId xmlns:a16="http://schemas.microsoft.com/office/drawing/2014/main" id="{4D2128F7-5BDC-4FBF-96E0-70AC2DE4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321" y="2821257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33" name="path-226">
            <a:extLst xmlns:a="http://schemas.openxmlformats.org/drawingml/2006/main">
              <a:ext uri="{FF2B5EF4-FFF2-40B4-BE49-F238E27FC236}">
                <a16:creationId xmlns:a16="http://schemas.microsoft.com/office/drawing/2014/main" id="{5139B3F6-ED0B-477E-A72F-5D447F4D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4218" y="2855309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34" name="path-227">
            <a:extLst xmlns:a="http://schemas.openxmlformats.org/drawingml/2006/main">
              <a:ext uri="{FF2B5EF4-FFF2-40B4-BE49-F238E27FC236}">
                <a16:creationId xmlns:a16="http://schemas.microsoft.com/office/drawing/2014/main" id="{0FC43CB0-B594-4D7F-B401-E91D0B67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114" y="2889361"/>
            <a:ext cx="82772" cy="42958"/>
          </a:xfrm>
          <a:custGeom xmlns:a="http://schemas.openxmlformats.org/drawingml/2006/main">
            <a:pathLst>
              <a:path w="82772" h="42958">
                <a:moveTo>
                  <a:pt x="41386" y="0"/>
                </a:moveTo>
                <a:lnTo>
                  <a:pt x="82772" y="21479"/>
                </a:lnTo>
                <a:lnTo>
                  <a:pt x="41386" y="42958"/>
                </a:lnTo>
                <a:lnTo>
                  <a:pt x="0" y="21479"/>
                </a:lnTo>
                <a:close/>
              </a:path>
            </a:pathLst>
          </a:custGeom>
          <a:solidFill xmlns:a="http://schemas.openxmlformats.org/drawingml/2006/main">
            <a:srgbClr val="218A83"/>
          </a:solidFill>
          <a:ln xmlns:a="http://schemas.openxmlformats.org/drawingml/2006/main" w="7620">
            <a:solidFill>
              <a:srgbClr val="218A83"/>
            </a:solidFill>
          </a:ln>
        </p:spPr>
      </p:sp>
      <p:sp>
        <p:nvSpPr>
          <p:cNvPr id="235" name="vector-228">
            <a:extLst xmlns:a="http://schemas.openxmlformats.org/drawingml/2006/main">
              <a:ext uri="{FF2B5EF4-FFF2-40B4-BE49-F238E27FC236}">
                <a16:creationId xmlns:a16="http://schemas.microsoft.com/office/drawing/2014/main" id="{2038D400-B69D-4D0E-96D6-F17C5D1C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331470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8A8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8A83"/>
                </a:solidFill>
                <a:latin typeface="Arial"/>
                <a:ea typeface="Arial"/>
                <a:cs typeface="Arial"/>
              </a:rPr>
              <a:t>NAR encoders</a:t>
            </a:r>
          </a:p>
        </p:txBody>
      </p:sp>
      <p:sp>
        <p:nvSpPr>
          <p:cNvPr id="236" name="vector-229">
            <a:extLst xmlns:a="http://schemas.openxmlformats.org/drawingml/2006/main">
              <a:ext uri="{FF2B5EF4-FFF2-40B4-BE49-F238E27FC236}">
                <a16:creationId xmlns:a16="http://schemas.microsoft.com/office/drawing/2014/main" id="{22806CDB-79F7-42C6-B8A9-7D07367C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524" y="364759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sp>
        <p:nvSpPr>
          <p:cNvPr id="237" name="vector-230">
            <a:extLst xmlns:a="http://schemas.openxmlformats.org/drawingml/2006/main">
              <a:ext uri="{FF2B5EF4-FFF2-40B4-BE49-F238E27FC236}">
                <a16:creationId xmlns:a16="http://schemas.microsoft.com/office/drawing/2014/main" id="{5A19F362-57FF-4F3B-BCF3-936F9F0A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524" y="398097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cxnSp>
        <p:nvCxnSpPr>
          <p:cNvPr id="569" name=""/>
          <p:cNvCxnSpPr>
            <a:stCxn xmlns:a="http://schemas.openxmlformats.org/drawingml/2006/main" id="236" idx="2"/>
            <a:endCxn xmlns:a="http://schemas.openxmlformats.org/drawingml/2006/main" id="237" idx="0"/>
          </p:cNvCxnSpPr>
          <p:nvPr/>
        </p:nvCxnSpPr>
        <p:spPr>
          <a:xfrm xmlns:a="http://schemas.openxmlformats.org/drawingml/2006/main">
            <a:off x="1905001" y="3648552"/>
            <a:ext cx="0" cy="33242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A73BC"/>
            </a:solidFill>
            <a:tailEnd type="triangle" w="sm" len="sm"/>
          </a:ln>
        </p:spPr>
      </p:cxnSp>
      <p:sp>
        <p:nvSpPr>
          <p:cNvPr id="239" name="vector-231">
            <a:extLst xmlns:a="http://schemas.openxmlformats.org/drawingml/2006/main">
              <a:ext uri="{FF2B5EF4-FFF2-40B4-BE49-F238E27FC236}">
                <a16:creationId xmlns:a16="http://schemas.microsoft.com/office/drawing/2014/main" id="{BB10DE4B-09F4-495C-8760-C7C18F74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4FC"/>
          </a:solidFill>
          <a:ln xmlns:a="http://schemas.openxmlformats.org/drawingml/2006/main" w="15240">
            <a:solidFill>
              <a:srgbClr val="4A73BC"/>
            </a:solidFill>
          </a:ln>
        </p:spPr>
      </p:sp>
      <p:sp>
        <p:nvSpPr>
          <p:cNvPr id="240" name="vector-232">
            <a:extLst xmlns:a="http://schemas.openxmlformats.org/drawingml/2006/main">
              <a:ext uri="{FF2B5EF4-FFF2-40B4-BE49-F238E27FC236}">
                <a16:creationId xmlns:a16="http://schemas.microsoft.com/office/drawing/2014/main" id="{20755CA6-A0E9-4D75-896F-87E433E0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05275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A73B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73BC"/>
                </a:solidFill>
                <a:latin typeface="Arial"/>
                <a:ea typeface="Arial"/>
                <a:cs typeface="Arial"/>
              </a:rPr>
              <a:t>y₁</a:t>
            </a:r>
          </a:p>
        </p:txBody>
      </p:sp>
      <p:sp>
        <p:nvSpPr>
          <p:cNvPr id="241" name="vector-233">
            <a:extLst xmlns:a="http://schemas.openxmlformats.org/drawingml/2006/main">
              <a:ext uri="{FF2B5EF4-FFF2-40B4-BE49-F238E27FC236}">
                <a16:creationId xmlns:a16="http://schemas.microsoft.com/office/drawing/2014/main" id="{9B2C0918-B2A3-4477-B877-C3933805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024" y="428577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sp>
        <p:nvSpPr>
          <p:cNvPr id="242" name="vector-234">
            <a:extLst xmlns:a="http://schemas.openxmlformats.org/drawingml/2006/main">
              <a:ext uri="{FF2B5EF4-FFF2-40B4-BE49-F238E27FC236}">
                <a16:creationId xmlns:a16="http://schemas.microsoft.com/office/drawing/2014/main" id="{1E758E15-6069-468F-BF7B-8E08C023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774" y="428577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cxnSp>
        <p:nvCxnSpPr>
          <p:cNvPr id="574" name=""/>
          <p:cNvCxnSpPr>
            <a:stCxn xmlns:a="http://schemas.openxmlformats.org/drawingml/2006/main" id="241" idx="3"/>
            <a:endCxn xmlns:a="http://schemas.openxmlformats.org/drawingml/2006/main" id="242" idx="1"/>
          </p:cNvCxnSpPr>
          <p:nvPr/>
        </p:nvCxnSpPr>
        <p:spPr>
          <a:xfrm xmlns:a="http://schemas.openxmlformats.org/drawingml/2006/main">
            <a:off x="1333977" y="4286251"/>
            <a:ext cx="284797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A73BC"/>
            </a:solidFill>
            <a:tailEnd type="triangle" w="sm" len="sm"/>
          </a:ln>
        </p:spPr>
      </p:cxnSp>
      <p:sp>
        <p:nvSpPr>
          <p:cNvPr id="244" name="vector-235">
            <a:extLst xmlns:a="http://schemas.openxmlformats.org/drawingml/2006/main">
              <a:ext uri="{FF2B5EF4-FFF2-40B4-BE49-F238E27FC236}">
                <a16:creationId xmlns:a16="http://schemas.microsoft.com/office/drawing/2014/main" id="{7DB24051-3F71-4D5C-BEAD-8F54D193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38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4FC"/>
          </a:solidFill>
          <a:ln xmlns:a="http://schemas.openxmlformats.org/drawingml/2006/main" w="15240">
            <a:solidFill>
              <a:srgbClr val="4A73BC"/>
            </a:solidFill>
          </a:ln>
        </p:spPr>
      </p:sp>
      <p:sp>
        <p:nvSpPr>
          <p:cNvPr id="245" name="vector-236">
            <a:extLst xmlns:a="http://schemas.openxmlformats.org/drawingml/2006/main">
              <a:ext uri="{FF2B5EF4-FFF2-40B4-BE49-F238E27FC236}">
                <a16:creationId xmlns:a16="http://schemas.microsoft.com/office/drawing/2014/main" id="{0E953165-45FE-4472-B31E-C2709DFE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05275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A73B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73BC"/>
                </a:solidFill>
                <a:latin typeface="Arial"/>
                <a:ea typeface="Arial"/>
                <a:cs typeface="Arial"/>
              </a:rPr>
              <a:t>y₂</a:t>
            </a:r>
          </a:p>
        </p:txBody>
      </p:sp>
      <p:sp>
        <p:nvSpPr>
          <p:cNvPr id="246" name="vector-237">
            <a:extLst xmlns:a="http://schemas.openxmlformats.org/drawingml/2006/main">
              <a:ext uri="{FF2B5EF4-FFF2-40B4-BE49-F238E27FC236}">
                <a16:creationId xmlns:a16="http://schemas.microsoft.com/office/drawing/2014/main" id="{94429D8F-B7E2-41D5-A72A-8C3A7273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224" y="428577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sp>
        <p:nvSpPr>
          <p:cNvPr id="247" name="vector-238">
            <a:extLst xmlns:a="http://schemas.openxmlformats.org/drawingml/2006/main">
              <a:ext uri="{FF2B5EF4-FFF2-40B4-BE49-F238E27FC236}">
                <a16:creationId xmlns:a16="http://schemas.microsoft.com/office/drawing/2014/main" id="{E247FD3E-E70F-455E-A801-FEFFFE3F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974" y="428577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cxnSp>
        <p:nvCxnSpPr>
          <p:cNvPr id="579" name=""/>
          <p:cNvCxnSpPr>
            <a:stCxn xmlns:a="http://schemas.openxmlformats.org/drawingml/2006/main" id="246" idx="3"/>
            <a:endCxn xmlns:a="http://schemas.openxmlformats.org/drawingml/2006/main" id="247" idx="1"/>
          </p:cNvCxnSpPr>
          <p:nvPr/>
        </p:nvCxnSpPr>
        <p:spPr>
          <a:xfrm xmlns:a="http://schemas.openxmlformats.org/drawingml/2006/main">
            <a:off x="2172177" y="4286251"/>
            <a:ext cx="284797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A73BC"/>
            </a:solidFill>
            <a:tailEnd type="triangle" w="sm" len="sm"/>
          </a:ln>
        </p:spPr>
      </p:cxnSp>
      <p:sp>
        <p:nvSpPr>
          <p:cNvPr id="249" name="vector-239">
            <a:extLst xmlns:a="http://schemas.openxmlformats.org/drawingml/2006/main">
              <a:ext uri="{FF2B5EF4-FFF2-40B4-BE49-F238E27FC236}">
                <a16:creationId xmlns:a16="http://schemas.microsoft.com/office/drawing/2014/main" id="{51D7ACEE-CCAE-4AC6-9B8F-83E588D3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38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4FC"/>
          </a:solidFill>
          <a:ln xmlns:a="http://schemas.openxmlformats.org/drawingml/2006/main" w="15240">
            <a:solidFill>
              <a:srgbClr val="4A73BC"/>
            </a:solidFill>
          </a:ln>
        </p:spPr>
      </p:sp>
      <p:sp>
        <p:nvSpPr>
          <p:cNvPr id="250" name="vector-240">
            <a:extLst xmlns:a="http://schemas.openxmlformats.org/drawingml/2006/main">
              <a:ext uri="{FF2B5EF4-FFF2-40B4-BE49-F238E27FC236}">
                <a16:creationId xmlns:a16="http://schemas.microsoft.com/office/drawing/2014/main" id="{27C63478-D8E9-4531-80A0-F97D425F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05275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A73B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73BC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251" name="path-241">
            <a:extLst xmlns:a="http://schemas.openxmlformats.org/drawingml/2006/main">
              <a:ext uri="{FF2B5EF4-FFF2-40B4-BE49-F238E27FC236}">
                <a16:creationId xmlns:a16="http://schemas.microsoft.com/office/drawing/2014/main" id="{78DE9F15-9BAC-4F57-AC63-7892669C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19400"/>
            <a:ext cx="742950" cy="1466850"/>
          </a:xfrm>
          <a:custGeom xmlns:a="http://schemas.openxmlformats.org/drawingml/2006/main">
            <a:pathLst>
              <a:path w="742950" h="1466850">
                <a:moveTo>
                  <a:pt x="381000" y="1466850"/>
                </a:moveTo>
                <a:lnTo>
                  <a:pt x="742950" y="1466850"/>
                </a:lnTo>
                <a:lnTo>
                  <a:pt x="742950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A73BC"/>
            </a:solidFill>
          </a:ln>
        </p:spPr>
      </p:sp>
      <p:sp>
        <p:nvSpPr>
          <p:cNvPr id="252" name="vector-242">
            <a:extLst xmlns:a="http://schemas.openxmlformats.org/drawingml/2006/main">
              <a:ext uri="{FF2B5EF4-FFF2-40B4-BE49-F238E27FC236}">
                <a16:creationId xmlns:a16="http://schemas.microsoft.com/office/drawing/2014/main" id="{8FA4320A-EB3B-4A30-9A77-D292327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424" y="281892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sp>
        <p:nvSpPr>
          <p:cNvPr id="253" name="vector-243">
            <a:extLst xmlns:a="http://schemas.openxmlformats.org/drawingml/2006/main">
              <a:ext uri="{FF2B5EF4-FFF2-40B4-BE49-F238E27FC236}">
                <a16:creationId xmlns:a16="http://schemas.microsoft.com/office/drawing/2014/main" id="{E0654769-4460-443B-A995-4920A160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274" y="281892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cxnSp>
        <p:nvCxnSpPr>
          <p:cNvPr id="585" name=""/>
          <p:cNvCxnSpPr>
            <a:stCxn xmlns:a="http://schemas.openxmlformats.org/drawingml/2006/main" id="252" idx="1"/>
            <a:endCxn xmlns:a="http://schemas.openxmlformats.org/drawingml/2006/main" id="253" idx="3"/>
          </p:cNvCxnSpPr>
          <p:nvPr/>
        </p:nvCxnSpPr>
        <p:spPr>
          <a:xfrm xmlns:a="http://schemas.openxmlformats.org/drawingml/2006/main" flipH="1">
            <a:off x="2572227" y="2819401"/>
            <a:ext cx="56197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A73BC"/>
            </a:solidFill>
            <a:tailEnd type="triangle" w="sm" len="sm"/>
          </a:ln>
        </p:spPr>
      </p:cxnSp>
      <p:sp>
        <p:nvSpPr>
          <p:cNvPr id="255" name="vector-244">
            <a:extLst xmlns:a="http://schemas.openxmlformats.org/drawingml/2006/main">
              <a:ext uri="{FF2B5EF4-FFF2-40B4-BE49-F238E27FC236}">
                <a16:creationId xmlns:a16="http://schemas.microsoft.com/office/drawing/2014/main" id="{5A9B289E-CA50-45C9-AE16-E9664542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648200"/>
            <a:ext cx="1543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decode</a:t>
            </a:r>
          </a:p>
        </p:txBody>
      </p:sp>
      <p:sp>
        <p:nvSpPr>
          <p:cNvPr id="256" name="vector-245">
            <a:extLst xmlns:a="http://schemas.openxmlformats.org/drawingml/2006/main">
              <a:ext uri="{FF2B5EF4-FFF2-40B4-BE49-F238E27FC236}">
                <a16:creationId xmlns:a16="http://schemas.microsoft.com/office/drawing/2014/main" id="{0E081852-9E58-42A8-9259-C72C7639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524" y="495252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sp>
        <p:nvSpPr>
          <p:cNvPr id="257" name="vector-246">
            <a:extLst xmlns:a="http://schemas.openxmlformats.org/drawingml/2006/main">
              <a:ext uri="{FF2B5EF4-FFF2-40B4-BE49-F238E27FC236}">
                <a16:creationId xmlns:a16="http://schemas.microsoft.com/office/drawing/2014/main" id="{71D493C3-9F40-44AA-B4B3-6E44A48E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524" y="520969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cxnSp>
        <p:nvCxnSpPr>
          <p:cNvPr id="589" name=""/>
          <p:cNvCxnSpPr>
            <a:stCxn xmlns:a="http://schemas.openxmlformats.org/drawingml/2006/main" id="256" idx="2"/>
            <a:endCxn xmlns:a="http://schemas.openxmlformats.org/drawingml/2006/main" id="257" idx="0"/>
          </p:cNvCxnSpPr>
          <p:nvPr/>
        </p:nvCxnSpPr>
        <p:spPr>
          <a:xfrm xmlns:a="http://schemas.openxmlformats.org/drawingml/2006/main">
            <a:off x="1905001" y="4953477"/>
            <a:ext cx="0" cy="25622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A73BC"/>
            </a:solidFill>
            <a:tailEnd type="triangle" w="sm" len="sm"/>
          </a:ln>
        </p:spPr>
      </p:cxnSp>
      <p:sp>
        <p:nvSpPr>
          <p:cNvPr id="259" name="vector-247">
            <a:extLst xmlns:a="http://schemas.openxmlformats.org/drawingml/2006/main">
              <a:ext uri="{FF2B5EF4-FFF2-40B4-BE49-F238E27FC236}">
                <a16:creationId xmlns:a16="http://schemas.microsoft.com/office/drawing/2014/main" id="{51BE9BA7-7C6E-4F51-8E80-EFD6EB14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4FC"/>
          </a:solidFill>
          <a:ln xmlns:a="http://schemas.openxmlformats.org/drawingml/2006/main" w="15240">
            <a:solidFill>
              <a:srgbClr val="4A73BC"/>
            </a:solidFill>
          </a:ln>
        </p:spPr>
      </p:sp>
      <p:sp>
        <p:nvSpPr>
          <p:cNvPr id="260" name="path-248">
            <a:extLst xmlns:a="http://schemas.openxmlformats.org/drawingml/2006/main">
              <a:ext uri="{FF2B5EF4-FFF2-40B4-BE49-F238E27FC236}">
                <a16:creationId xmlns:a16="http://schemas.microsoft.com/office/drawing/2014/main" id="{8E59EE27-B9F8-4AA8-B93B-D5F1FD9F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38775"/>
            <a:ext cx="247650" cy="161925"/>
          </a:xfrm>
          <a:custGeom xmlns:a="http://schemas.openxmlformats.org/drawingml/2006/main">
            <a:pathLst>
              <a:path w="247650" h="161925">
                <a:moveTo>
                  <a:pt x="0" y="76200"/>
                </a:moveTo>
                <a:lnTo>
                  <a:pt x="85725" y="161925"/>
                </a:ln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4A73BC"/>
            </a:solidFill>
          </a:ln>
        </p:spPr>
      </p:sp>
      <p:sp>
        <p:nvSpPr>
          <p:cNvPr id="261" name="vector-249">
            <a:extLst xmlns:a="http://schemas.openxmlformats.org/drawingml/2006/main">
              <a:ext uri="{FF2B5EF4-FFF2-40B4-BE49-F238E27FC236}">
                <a16:creationId xmlns:a16="http://schemas.microsoft.com/office/drawing/2014/main" id="{24C3F922-077A-43EA-8CA9-9BA11251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340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A73B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A73BC"/>
                </a:solidFill>
                <a:latin typeface="Arial"/>
                <a:ea typeface="Arial"/>
                <a:cs typeface="Arial"/>
              </a:rPr>
              <a:t>a*</a:t>
            </a:r>
          </a:p>
        </p:txBody>
      </p:sp>
      <p:sp>
        <p:nvSpPr>
          <p:cNvPr id="262" name="path-250">
            <a:extLst xmlns:a="http://schemas.openxmlformats.org/drawingml/2006/main">
              <a:ext uri="{FF2B5EF4-FFF2-40B4-BE49-F238E27FC236}">
                <a16:creationId xmlns:a16="http://schemas.microsoft.com/office/drawing/2014/main" id="{864F5AEB-DE67-40DD-A318-184E80A0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48075"/>
            <a:ext cx="953" cy="219075"/>
          </a:xfrm>
          <a:custGeom xmlns:a="http://schemas.openxmlformats.org/drawingml/2006/main">
            <a:pathLst>
              <a:path w="953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4A73BC"/>
            </a:solidFill>
          </a:ln>
        </p:spPr>
      </p:sp>
      <p:sp>
        <p:nvSpPr>
          <p:cNvPr id="263" name="path-251">
            <a:extLst xmlns:a="http://schemas.openxmlformats.org/drawingml/2006/main">
              <a:ext uri="{FF2B5EF4-FFF2-40B4-BE49-F238E27FC236}">
                <a16:creationId xmlns:a16="http://schemas.microsoft.com/office/drawing/2014/main" id="{989B593C-2193-4A20-9B4A-7EF0C294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67150"/>
            <a:ext cx="1676400" cy="953"/>
          </a:xfrm>
          <a:custGeom xmlns:a="http://schemas.openxmlformats.org/drawingml/2006/main">
            <a:pathLst>
              <a:path w="1676400" h="953">
                <a:moveTo>
                  <a:pt x="0" y="0"/>
                </a:moveTo>
                <a:lnTo>
                  <a:pt x="1676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4A73BC"/>
            </a:solidFill>
          </a:ln>
        </p:spPr>
      </p:sp>
      <p:sp>
        <p:nvSpPr>
          <p:cNvPr id="264" name="vector-252">
            <a:extLst xmlns:a="http://schemas.openxmlformats.org/drawingml/2006/main">
              <a:ext uri="{FF2B5EF4-FFF2-40B4-BE49-F238E27FC236}">
                <a16:creationId xmlns:a16="http://schemas.microsoft.com/office/drawing/2014/main" id="{86AD0ACE-16C6-41EF-BD91-63796659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324" y="386667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sp>
        <p:nvSpPr>
          <p:cNvPr id="265" name="vector-253">
            <a:extLst xmlns:a="http://schemas.openxmlformats.org/drawingml/2006/main">
              <a:ext uri="{FF2B5EF4-FFF2-40B4-BE49-F238E27FC236}">
                <a16:creationId xmlns:a16="http://schemas.microsoft.com/office/drawing/2014/main" id="{63A4F35E-DD02-4C5A-B3E7-0530EB7B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324" y="406669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cxnSp>
        <p:nvCxnSpPr>
          <p:cNvPr id="597" name=""/>
          <p:cNvCxnSpPr>
            <a:stCxn xmlns:a="http://schemas.openxmlformats.org/drawingml/2006/main" id="264" idx="2"/>
            <a:endCxn xmlns:a="http://schemas.openxmlformats.org/drawingml/2006/main" id="265" idx="0"/>
          </p:cNvCxnSpPr>
          <p:nvPr/>
        </p:nvCxnSpPr>
        <p:spPr>
          <a:xfrm xmlns:a="http://schemas.openxmlformats.org/drawingml/2006/main">
            <a:off x="4876801" y="3867627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A73BC"/>
            </a:solidFill>
            <a:tailEnd type="triangle" w="sm" len="sm"/>
          </a:ln>
        </p:spPr>
      </p:cxnSp>
      <p:sp>
        <p:nvSpPr>
          <p:cNvPr id="267" name="vector-254">
            <a:extLst xmlns:a="http://schemas.openxmlformats.org/drawingml/2006/main">
              <a:ext uri="{FF2B5EF4-FFF2-40B4-BE49-F238E27FC236}">
                <a16:creationId xmlns:a16="http://schemas.microsoft.com/office/drawing/2014/main" id="{8F9681CE-7172-4657-8E30-8B859944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671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4A73BC"/>
            </a:solidFill>
          </a:ln>
        </p:spPr>
      </p:sp>
      <p:sp>
        <p:nvSpPr>
          <p:cNvPr id="268" name="vector-255">
            <a:extLst xmlns:a="http://schemas.openxmlformats.org/drawingml/2006/main">
              <a:ext uri="{FF2B5EF4-FFF2-40B4-BE49-F238E27FC236}">
                <a16:creationId xmlns:a16="http://schemas.microsoft.com/office/drawing/2014/main" id="{4AA71E4F-6327-481E-8BBE-A00F0868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24325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A73B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73BC"/>
                </a:solidFill>
                <a:latin typeface="Arial"/>
                <a:ea typeface="Arial"/>
                <a:cs typeface="Arial"/>
              </a:rPr>
              <a:t>a₁</a:t>
            </a:r>
          </a:p>
        </p:txBody>
      </p:sp>
      <p:sp>
        <p:nvSpPr>
          <p:cNvPr id="269" name="vector-256">
            <a:extLst xmlns:a="http://schemas.openxmlformats.org/drawingml/2006/main">
              <a:ext uri="{FF2B5EF4-FFF2-40B4-BE49-F238E27FC236}">
                <a16:creationId xmlns:a16="http://schemas.microsoft.com/office/drawing/2014/main" id="{17E400EC-193C-4536-A542-CEA7D89D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524" y="386667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sp>
        <p:nvSpPr>
          <p:cNvPr id="270" name="vector-257">
            <a:extLst xmlns:a="http://schemas.openxmlformats.org/drawingml/2006/main">
              <a:ext uri="{FF2B5EF4-FFF2-40B4-BE49-F238E27FC236}">
                <a16:creationId xmlns:a16="http://schemas.microsoft.com/office/drawing/2014/main" id="{2DDA2193-E436-4CD3-A5B9-959A2A0F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524" y="406669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cxnSp>
        <p:nvCxnSpPr>
          <p:cNvPr id="602" name=""/>
          <p:cNvCxnSpPr>
            <a:stCxn xmlns:a="http://schemas.openxmlformats.org/drawingml/2006/main" id="269" idx="2"/>
            <a:endCxn xmlns:a="http://schemas.openxmlformats.org/drawingml/2006/main" id="270" idx="0"/>
          </p:cNvCxnSpPr>
          <p:nvPr/>
        </p:nvCxnSpPr>
        <p:spPr>
          <a:xfrm xmlns:a="http://schemas.openxmlformats.org/drawingml/2006/main">
            <a:off x="5715001" y="3867627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A73BC"/>
            </a:solidFill>
            <a:tailEnd type="triangle" w="sm" len="sm"/>
          </a:ln>
        </p:spPr>
      </p:cxnSp>
      <p:sp>
        <p:nvSpPr>
          <p:cNvPr id="272" name="vector-258">
            <a:extLst xmlns:a="http://schemas.openxmlformats.org/drawingml/2006/main">
              <a:ext uri="{FF2B5EF4-FFF2-40B4-BE49-F238E27FC236}">
                <a16:creationId xmlns:a16="http://schemas.microsoft.com/office/drawing/2014/main" id="{AF4161DD-301C-41F5-AFC8-D759D710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0671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4A73BC"/>
            </a:solidFill>
          </a:ln>
        </p:spPr>
      </p:sp>
      <p:sp>
        <p:nvSpPr>
          <p:cNvPr id="273" name="vector-259">
            <a:extLst xmlns:a="http://schemas.openxmlformats.org/drawingml/2006/main">
              <a:ext uri="{FF2B5EF4-FFF2-40B4-BE49-F238E27FC236}">
                <a16:creationId xmlns:a16="http://schemas.microsoft.com/office/drawing/2014/main" id="{14387A6B-A48B-4843-BA24-BFFB2C41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24325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A73B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73BC"/>
                </a:solidFill>
                <a:latin typeface="Arial"/>
                <a:ea typeface="Arial"/>
                <a:cs typeface="Arial"/>
              </a:rPr>
              <a:t>a₂</a:t>
            </a:r>
          </a:p>
        </p:txBody>
      </p:sp>
      <p:sp>
        <p:nvSpPr>
          <p:cNvPr id="274" name="vector-260">
            <a:extLst xmlns:a="http://schemas.openxmlformats.org/drawingml/2006/main">
              <a:ext uri="{FF2B5EF4-FFF2-40B4-BE49-F238E27FC236}">
                <a16:creationId xmlns:a16="http://schemas.microsoft.com/office/drawing/2014/main" id="{81077009-E871-4F5C-89E1-705ACBA0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724" y="386667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sp>
        <p:nvSpPr>
          <p:cNvPr id="275" name="vector-261">
            <a:extLst xmlns:a="http://schemas.openxmlformats.org/drawingml/2006/main">
              <a:ext uri="{FF2B5EF4-FFF2-40B4-BE49-F238E27FC236}">
                <a16:creationId xmlns:a16="http://schemas.microsoft.com/office/drawing/2014/main" id="{507B22C4-8AAB-4225-A030-20C0D3C7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724" y="406669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cxnSp>
        <p:nvCxnSpPr>
          <p:cNvPr id="607" name=""/>
          <p:cNvCxnSpPr>
            <a:stCxn xmlns:a="http://schemas.openxmlformats.org/drawingml/2006/main" id="274" idx="2"/>
            <a:endCxn xmlns:a="http://schemas.openxmlformats.org/drawingml/2006/main" id="275" idx="0"/>
          </p:cNvCxnSpPr>
          <p:nvPr/>
        </p:nvCxnSpPr>
        <p:spPr>
          <a:xfrm xmlns:a="http://schemas.openxmlformats.org/drawingml/2006/main">
            <a:off x="6553201" y="3867627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A73BC"/>
            </a:solidFill>
            <a:tailEnd type="triangle" w="sm" len="sm"/>
          </a:ln>
        </p:spPr>
      </p:cxnSp>
      <p:sp>
        <p:nvSpPr>
          <p:cNvPr id="277" name="vector-262">
            <a:extLst xmlns:a="http://schemas.openxmlformats.org/drawingml/2006/main">
              <a:ext uri="{FF2B5EF4-FFF2-40B4-BE49-F238E27FC236}">
                <a16:creationId xmlns:a16="http://schemas.microsoft.com/office/drawing/2014/main" id="{6734197E-5DDB-4526-8A60-6DFFBE4E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671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4A73BC"/>
            </a:solidFill>
          </a:ln>
        </p:spPr>
      </p:sp>
      <p:sp>
        <p:nvSpPr>
          <p:cNvPr id="278" name="vector-263">
            <a:extLst xmlns:a="http://schemas.openxmlformats.org/drawingml/2006/main">
              <a:ext uri="{FF2B5EF4-FFF2-40B4-BE49-F238E27FC236}">
                <a16:creationId xmlns:a16="http://schemas.microsoft.com/office/drawing/2014/main" id="{2777D22E-947D-4118-BFB5-1B7FF0F6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24325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A73B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73BC"/>
                </a:solidFill>
                <a:latin typeface="Arial"/>
                <a:ea typeface="Arial"/>
                <a:cs typeface="Arial"/>
              </a:rPr>
              <a:t>aₖ</a:t>
            </a:r>
          </a:p>
        </p:txBody>
      </p:sp>
      <p:sp>
        <p:nvSpPr>
          <p:cNvPr id="279" name="vector-264">
            <a:extLst xmlns:a="http://schemas.openxmlformats.org/drawingml/2006/main">
              <a:ext uri="{FF2B5EF4-FFF2-40B4-BE49-F238E27FC236}">
                <a16:creationId xmlns:a16="http://schemas.microsoft.com/office/drawing/2014/main" id="{320A4C01-2147-45E7-90AF-250BC4F8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64820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native likelihoods</a:t>
            </a:r>
          </a:p>
        </p:txBody>
      </p:sp>
      <p:sp>
        <p:nvSpPr>
          <p:cNvPr id="280" name="vector-265">
            <a:extLst xmlns:a="http://schemas.openxmlformats.org/drawingml/2006/main">
              <a:ext uri="{FF2B5EF4-FFF2-40B4-BE49-F238E27FC236}">
                <a16:creationId xmlns:a16="http://schemas.microsoft.com/office/drawing/2014/main" id="{5B747772-845B-445D-834D-56FACD0C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524" y="495252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sp>
        <p:nvSpPr>
          <p:cNvPr id="281" name="vector-266">
            <a:extLst xmlns:a="http://schemas.openxmlformats.org/drawingml/2006/main">
              <a:ext uri="{FF2B5EF4-FFF2-40B4-BE49-F238E27FC236}">
                <a16:creationId xmlns:a16="http://schemas.microsoft.com/office/drawing/2014/main" id="{5708EA80-F24E-4E0B-A044-FD715713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524" y="514302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cxnSp>
        <p:nvCxnSpPr>
          <p:cNvPr id="613" name=""/>
          <p:cNvCxnSpPr>
            <a:stCxn xmlns:a="http://schemas.openxmlformats.org/drawingml/2006/main" id="280" idx="2"/>
            <a:endCxn xmlns:a="http://schemas.openxmlformats.org/drawingml/2006/main" id="281" idx="0"/>
          </p:cNvCxnSpPr>
          <p:nvPr/>
        </p:nvCxnSpPr>
        <p:spPr>
          <a:xfrm xmlns:a="http://schemas.openxmlformats.org/drawingml/2006/main">
            <a:off x="5715001" y="4953477"/>
            <a:ext cx="0" cy="189547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A73BC"/>
            </a:solidFill>
            <a:tailEnd type="triangle" w="sm" len="sm"/>
          </a:ln>
        </p:spPr>
      </p:cxnSp>
      <p:sp>
        <p:nvSpPr>
          <p:cNvPr id="283" name="vector-267">
            <a:extLst xmlns:a="http://schemas.openxmlformats.org/drawingml/2006/main">
              <a:ext uri="{FF2B5EF4-FFF2-40B4-BE49-F238E27FC236}">
                <a16:creationId xmlns:a16="http://schemas.microsoft.com/office/drawing/2014/main" id="{B2647BD9-8CA7-4BB2-8D48-061D2DAF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238750"/>
            <a:ext cx="257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a₁</a:t>
            </a:r>
          </a:p>
        </p:txBody>
      </p:sp>
      <p:sp>
        <p:nvSpPr>
          <p:cNvPr id="284" name="vector-268">
            <a:extLst xmlns:a="http://schemas.openxmlformats.org/drawingml/2006/main">
              <a:ext uri="{FF2B5EF4-FFF2-40B4-BE49-F238E27FC236}">
                <a16:creationId xmlns:a16="http://schemas.microsoft.com/office/drawing/2014/main" id="{EACB9E34-16A3-4279-BA90-FB1DBB79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457825"/>
            <a:ext cx="257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a₂</a:t>
            </a:r>
          </a:p>
        </p:txBody>
      </p:sp>
      <p:sp>
        <p:nvSpPr>
          <p:cNvPr id="285" name="vector-269">
            <a:extLst xmlns:a="http://schemas.openxmlformats.org/drawingml/2006/main">
              <a:ext uri="{FF2B5EF4-FFF2-40B4-BE49-F238E27FC236}">
                <a16:creationId xmlns:a16="http://schemas.microsoft.com/office/drawing/2014/main" id="{5EE6539B-7085-4097-AA64-D503108A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676900"/>
            <a:ext cx="257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aₖ</a:t>
            </a:r>
          </a:p>
        </p:txBody>
      </p:sp>
      <p:sp>
        <p:nvSpPr>
          <p:cNvPr id="286" name="vector-270">
            <a:extLst xmlns:a="http://schemas.openxmlformats.org/drawingml/2006/main">
              <a:ext uri="{FF2B5EF4-FFF2-40B4-BE49-F238E27FC236}">
                <a16:creationId xmlns:a16="http://schemas.microsoft.com/office/drawing/2014/main" id="{3969C876-637B-449C-A8E1-368E9E72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5276850"/>
            <a:ext cx="4953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73BC"/>
          </a:solidFill>
          <a:ln xmlns:a="http://schemas.openxmlformats.org/drawingml/2006/main" w="0">
            <a:noFill/>
          </a:ln>
        </p:spPr>
      </p:sp>
      <p:sp>
        <p:nvSpPr>
          <p:cNvPr id="287" name="vector-271">
            <a:extLst xmlns:a="http://schemas.openxmlformats.org/drawingml/2006/main">
              <a:ext uri="{FF2B5EF4-FFF2-40B4-BE49-F238E27FC236}">
                <a16:creationId xmlns:a16="http://schemas.microsoft.com/office/drawing/2014/main" id="{88EE68D0-8E35-46FB-939B-938D5190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5495925"/>
            <a:ext cx="12954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73BC"/>
          </a:solidFill>
          <a:ln xmlns:a="http://schemas.openxmlformats.org/drawingml/2006/main" w="0">
            <a:noFill/>
          </a:ln>
        </p:spPr>
      </p:sp>
      <p:sp>
        <p:nvSpPr>
          <p:cNvPr id="288" name="vector-272">
            <a:extLst xmlns:a="http://schemas.openxmlformats.org/drawingml/2006/main">
              <a:ext uri="{FF2B5EF4-FFF2-40B4-BE49-F238E27FC236}">
                <a16:creationId xmlns:a16="http://schemas.microsoft.com/office/drawing/2014/main" id="{75CBC4DC-DC46-4FB2-9257-418C0696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5715000"/>
            <a:ext cx="323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73BC"/>
          </a:solidFill>
          <a:ln xmlns:a="http://schemas.openxmlformats.org/drawingml/2006/main" w="0">
            <a:noFill/>
          </a:ln>
        </p:spPr>
      </p:sp>
      <p:sp>
        <p:nvSpPr>
          <p:cNvPr id="289" name="vector-273">
            <a:extLst xmlns:a="http://schemas.openxmlformats.org/drawingml/2006/main">
              <a:ext uri="{FF2B5EF4-FFF2-40B4-BE49-F238E27FC236}">
                <a16:creationId xmlns:a16="http://schemas.microsoft.com/office/drawing/2014/main" id="{8921CA48-847D-483D-AE95-5D1D4E4F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524" y="387619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sp>
        <p:nvSpPr>
          <p:cNvPr id="290" name="vector-274">
            <a:extLst xmlns:a="http://schemas.openxmlformats.org/drawingml/2006/main">
              <a:ext uri="{FF2B5EF4-FFF2-40B4-BE49-F238E27FC236}">
                <a16:creationId xmlns:a16="http://schemas.microsoft.com/office/drawing/2014/main" id="{820ECFE8-25EB-4EFA-9D81-101A76C1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524" y="394287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cxnSp>
        <p:nvCxnSpPr>
          <p:cNvPr id="622" name=""/>
          <p:cNvCxnSpPr>
            <a:stCxn xmlns:a="http://schemas.openxmlformats.org/drawingml/2006/main" id="289" idx="2"/>
            <a:endCxn xmlns:a="http://schemas.openxmlformats.org/drawingml/2006/main" id="290" idx="0"/>
          </p:cNvCxnSpPr>
          <p:nvPr/>
        </p:nvCxnSpPr>
        <p:spPr>
          <a:xfrm xmlns:a="http://schemas.openxmlformats.org/drawingml/2006/main">
            <a:off x="9525001" y="3877152"/>
            <a:ext cx="0" cy="6572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A73BC"/>
            </a:solidFill>
            <a:tailEnd type="triangle" w="sm" len="sm"/>
          </a:ln>
        </p:spPr>
      </p:cxnSp>
      <p:sp>
        <p:nvSpPr>
          <p:cNvPr id="292" name="vector-275">
            <a:extLst xmlns:a="http://schemas.openxmlformats.org/drawingml/2006/main">
              <a:ext uri="{FF2B5EF4-FFF2-40B4-BE49-F238E27FC236}">
                <a16:creationId xmlns:a16="http://schemas.microsoft.com/office/drawing/2014/main" id="{22193336-5EA5-4C3C-A3CE-0991D8F1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19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frozen / adapted</a:t>
            </a:r>
          </a:p>
        </p:txBody>
      </p:sp>
      <p:sp>
        <p:nvSpPr>
          <p:cNvPr id="293" name="vector-276">
            <a:extLst xmlns:a="http://schemas.openxmlformats.org/drawingml/2006/main">
              <a:ext uri="{FF2B5EF4-FFF2-40B4-BE49-F238E27FC236}">
                <a16:creationId xmlns:a16="http://schemas.microsoft.com/office/drawing/2014/main" id="{9A0EB9F5-7757-44B6-9EFE-F017E2E3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97192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FF9"/>
          </a:solidFill>
          <a:ln xmlns:a="http://schemas.openxmlformats.org/drawingml/2006/main" w="15240">
            <a:solidFill>
              <a:srgbClr val="8B6BB4"/>
            </a:solidFill>
          </a:ln>
        </p:spPr>
      </p:sp>
      <p:sp>
        <p:nvSpPr>
          <p:cNvPr id="294" name="vector-277">
            <a:extLst xmlns:a="http://schemas.openxmlformats.org/drawingml/2006/main">
              <a:ext uri="{FF2B5EF4-FFF2-40B4-BE49-F238E27FC236}">
                <a16:creationId xmlns:a16="http://schemas.microsoft.com/office/drawing/2014/main" id="{6F396948-1333-4BA5-9728-F5B11852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076700"/>
            <a:ext cx="590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B6BB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6BB4"/>
                </a:solidFill>
                <a:latin typeface="Arial"/>
                <a:ea typeface="Arial"/>
                <a:cs typeface="Arial"/>
              </a:rPr>
              <a:t>fθ</a:t>
            </a:r>
          </a:p>
        </p:txBody>
      </p:sp>
      <p:sp>
        <p:nvSpPr>
          <p:cNvPr id="295" name="vector-278">
            <a:extLst xmlns:a="http://schemas.openxmlformats.org/drawingml/2006/main">
              <a:ext uri="{FF2B5EF4-FFF2-40B4-BE49-F238E27FC236}">
                <a16:creationId xmlns:a16="http://schemas.microsoft.com/office/drawing/2014/main" id="{4D18594F-82C3-4163-8B51-434C1C12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4820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learned head</a:t>
            </a:r>
          </a:p>
        </p:txBody>
      </p:sp>
      <p:sp>
        <p:nvSpPr>
          <p:cNvPr id="296" name="vector-279">
            <a:extLst xmlns:a="http://schemas.openxmlformats.org/drawingml/2006/main">
              <a:ext uri="{FF2B5EF4-FFF2-40B4-BE49-F238E27FC236}">
                <a16:creationId xmlns:a16="http://schemas.microsoft.com/office/drawing/2014/main" id="{7EF625F2-4C53-49E7-B919-0F819346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524" y="495252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sp>
        <p:nvSpPr>
          <p:cNvPr id="297" name="vector-280">
            <a:extLst xmlns:a="http://schemas.openxmlformats.org/drawingml/2006/main">
              <a:ext uri="{FF2B5EF4-FFF2-40B4-BE49-F238E27FC236}">
                <a16:creationId xmlns:a16="http://schemas.microsoft.com/office/drawing/2014/main" id="{1A046EAC-17E1-447A-A7E6-7EEC375D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524" y="514302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cxnSp>
        <p:nvCxnSpPr>
          <p:cNvPr id="629" name=""/>
          <p:cNvCxnSpPr>
            <a:stCxn xmlns:a="http://schemas.openxmlformats.org/drawingml/2006/main" id="296" idx="2"/>
            <a:endCxn xmlns:a="http://schemas.openxmlformats.org/drawingml/2006/main" id="297" idx="0"/>
          </p:cNvCxnSpPr>
          <p:nvPr/>
        </p:nvCxnSpPr>
        <p:spPr>
          <a:xfrm xmlns:a="http://schemas.openxmlformats.org/drawingml/2006/main">
            <a:off x="9525001" y="4953477"/>
            <a:ext cx="0" cy="189547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8B6BB4"/>
            </a:solidFill>
            <a:tailEnd type="triangle" w="sm" len="sm"/>
          </a:ln>
        </p:spPr>
      </p:cxnSp>
      <p:sp>
        <p:nvSpPr>
          <p:cNvPr id="299" name="vector-281">
            <a:extLst xmlns:a="http://schemas.openxmlformats.org/drawingml/2006/main">
              <a:ext uri="{FF2B5EF4-FFF2-40B4-BE49-F238E27FC236}">
                <a16:creationId xmlns:a16="http://schemas.microsoft.com/office/drawing/2014/main" id="{D2549F97-ADDF-4E4C-9C69-2220A9D9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238750"/>
            <a:ext cx="257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a₁</a:t>
            </a:r>
          </a:p>
        </p:txBody>
      </p:sp>
      <p:sp>
        <p:nvSpPr>
          <p:cNvPr id="300" name="vector-282">
            <a:extLst xmlns:a="http://schemas.openxmlformats.org/drawingml/2006/main">
              <a:ext uri="{FF2B5EF4-FFF2-40B4-BE49-F238E27FC236}">
                <a16:creationId xmlns:a16="http://schemas.microsoft.com/office/drawing/2014/main" id="{05DFB481-B4D3-4EF4-A5EE-D1D1AF71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457825"/>
            <a:ext cx="257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a₂</a:t>
            </a:r>
          </a:p>
        </p:txBody>
      </p:sp>
      <p:sp>
        <p:nvSpPr>
          <p:cNvPr id="301" name="vector-283">
            <a:extLst xmlns:a="http://schemas.openxmlformats.org/drawingml/2006/main">
              <a:ext uri="{FF2B5EF4-FFF2-40B4-BE49-F238E27FC236}">
                <a16:creationId xmlns:a16="http://schemas.microsoft.com/office/drawing/2014/main" id="{E620F4BA-C3A2-45DB-A08A-D5BE9A7D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676900"/>
            <a:ext cx="257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aₖ</a:t>
            </a:r>
          </a:p>
        </p:txBody>
      </p:sp>
      <p:sp>
        <p:nvSpPr>
          <p:cNvPr id="302" name="vector-284">
            <a:extLst xmlns:a="http://schemas.openxmlformats.org/drawingml/2006/main">
              <a:ext uri="{FF2B5EF4-FFF2-40B4-BE49-F238E27FC236}">
                <a16:creationId xmlns:a16="http://schemas.microsoft.com/office/drawing/2014/main" id="{6B60ADD3-5CDC-4522-8FF7-C4BBC09C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276850"/>
            <a:ext cx="4953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BB4"/>
          </a:solidFill>
          <a:ln xmlns:a="http://schemas.openxmlformats.org/drawingml/2006/main" w="0">
            <a:noFill/>
          </a:ln>
        </p:spPr>
      </p:sp>
      <p:sp>
        <p:nvSpPr>
          <p:cNvPr id="303" name="vector-285">
            <a:extLst xmlns:a="http://schemas.openxmlformats.org/drawingml/2006/main">
              <a:ext uri="{FF2B5EF4-FFF2-40B4-BE49-F238E27FC236}">
                <a16:creationId xmlns:a16="http://schemas.microsoft.com/office/drawing/2014/main" id="{451CB31F-DC4A-4BC1-8A12-93DF64AD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495925"/>
            <a:ext cx="12954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BB4"/>
          </a:solidFill>
          <a:ln xmlns:a="http://schemas.openxmlformats.org/drawingml/2006/main" w="0">
            <a:noFill/>
          </a:ln>
        </p:spPr>
      </p:sp>
      <p:sp>
        <p:nvSpPr>
          <p:cNvPr id="304" name="vector-286">
            <a:extLst xmlns:a="http://schemas.openxmlformats.org/drawingml/2006/main">
              <a:ext uri="{FF2B5EF4-FFF2-40B4-BE49-F238E27FC236}">
                <a16:creationId xmlns:a16="http://schemas.microsoft.com/office/drawing/2014/main" id="{C8B2BA78-7B0A-4BFB-B2CC-602D8F4F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715000"/>
            <a:ext cx="323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BB4"/>
          </a:solidFill>
          <a:ln xmlns:a="http://schemas.openxmlformats.org/drawingml/2006/main" w="0">
            <a:noFill/>
          </a:ln>
        </p:spPr>
      </p:sp>
      <p:sp>
        <p:nvSpPr>
          <p:cNvPr id="305" name="path-287">
            <a:extLst xmlns:a="http://schemas.openxmlformats.org/drawingml/2006/main">
              <a:ext uri="{FF2B5EF4-FFF2-40B4-BE49-F238E27FC236}">
                <a16:creationId xmlns:a16="http://schemas.microsoft.com/office/drawing/2014/main" id="{D3B91DAB-BE0C-4AA2-A98F-96AB5D1A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648075"/>
            <a:ext cx="953" cy="152400"/>
          </a:xfrm>
          <a:custGeom xmlns:a="http://schemas.openxmlformats.org/drawingml/2006/main">
            <a:pathLst>
              <a:path w="953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18A83"/>
            </a:solidFill>
          </a:ln>
        </p:spPr>
      </p:sp>
      <p:sp>
        <p:nvSpPr>
          <p:cNvPr id="306" name="path-288">
            <a:extLst xmlns:a="http://schemas.openxmlformats.org/drawingml/2006/main">
              <a:ext uri="{FF2B5EF4-FFF2-40B4-BE49-F238E27FC236}">
                <a16:creationId xmlns:a16="http://schemas.microsoft.com/office/drawing/2014/main" id="{E4465427-85F8-4A89-906E-19141E38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648075"/>
            <a:ext cx="953" cy="152400"/>
          </a:xfrm>
          <a:custGeom xmlns:a="http://schemas.openxmlformats.org/drawingml/2006/main">
            <a:pathLst>
              <a:path w="953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18A83"/>
            </a:solidFill>
          </a:ln>
        </p:spPr>
      </p:sp>
      <p:sp>
        <p:nvSpPr>
          <p:cNvPr id="307" name="path-289">
            <a:extLst xmlns:a="http://schemas.openxmlformats.org/drawingml/2006/main">
              <a:ext uri="{FF2B5EF4-FFF2-40B4-BE49-F238E27FC236}">
                <a16:creationId xmlns:a16="http://schemas.microsoft.com/office/drawing/2014/main" id="{08C9C52E-143D-4AFA-BC28-DFE492AE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648075"/>
            <a:ext cx="953" cy="152400"/>
          </a:xfrm>
          <a:custGeom xmlns:a="http://schemas.openxmlformats.org/drawingml/2006/main">
            <a:pathLst>
              <a:path w="953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18A83"/>
            </a:solidFill>
          </a:ln>
        </p:spPr>
      </p:sp>
      <p:sp>
        <p:nvSpPr>
          <p:cNvPr id="308" name="path-290">
            <a:extLst xmlns:a="http://schemas.openxmlformats.org/drawingml/2006/main">
              <a:ext uri="{FF2B5EF4-FFF2-40B4-BE49-F238E27FC236}">
                <a16:creationId xmlns:a16="http://schemas.microsoft.com/office/drawing/2014/main" id="{EB40D997-7624-42C2-9CBA-9F4B4A99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800475"/>
            <a:ext cx="1905000" cy="953"/>
          </a:xfrm>
          <a:custGeom xmlns:a="http://schemas.openxmlformats.org/drawingml/2006/main">
            <a:pathLst>
              <a:path w="1905000" h="953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18A83"/>
            </a:solidFill>
          </a:ln>
        </p:spPr>
      </p:sp>
      <p:sp>
        <p:nvSpPr>
          <p:cNvPr id="309" name="vector-291">
            <a:extLst xmlns:a="http://schemas.openxmlformats.org/drawingml/2006/main">
              <a:ext uri="{FF2B5EF4-FFF2-40B4-BE49-F238E27FC236}">
                <a16:creationId xmlns:a16="http://schemas.microsoft.com/office/drawing/2014/main" id="{A7D83590-0F2D-40C5-8A3D-8A25EBA7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524" y="379999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sp>
        <p:nvSpPr>
          <p:cNvPr id="310" name="vector-292">
            <a:extLst xmlns:a="http://schemas.openxmlformats.org/drawingml/2006/main">
              <a:ext uri="{FF2B5EF4-FFF2-40B4-BE49-F238E27FC236}">
                <a16:creationId xmlns:a16="http://schemas.microsoft.com/office/drawing/2014/main" id="{18ABA0E3-77C2-40AE-81B0-BBC75116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524" y="394287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cxnSp>
        <p:nvCxnSpPr>
          <p:cNvPr id="642" name=""/>
          <p:cNvCxnSpPr>
            <a:stCxn xmlns:a="http://schemas.openxmlformats.org/drawingml/2006/main" id="309" idx="2"/>
            <a:endCxn xmlns:a="http://schemas.openxmlformats.org/drawingml/2006/main" id="310" idx="0"/>
          </p:cNvCxnSpPr>
          <p:nvPr/>
        </p:nvCxnSpPr>
        <p:spPr>
          <a:xfrm xmlns:a="http://schemas.openxmlformats.org/drawingml/2006/main">
            <a:off x="13335001" y="3800952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18A83"/>
            </a:solidFill>
            <a:tailEnd type="triangle" w="sm" len="sm"/>
          </a:ln>
        </p:spPr>
      </p:cxnSp>
      <p:sp>
        <p:nvSpPr>
          <p:cNvPr id="312" name="vector-293">
            <a:extLst xmlns:a="http://schemas.openxmlformats.org/drawingml/2006/main">
              <a:ext uri="{FF2B5EF4-FFF2-40B4-BE49-F238E27FC236}">
                <a16:creationId xmlns:a16="http://schemas.microsoft.com/office/drawing/2014/main" id="{B00B432A-DB38-4628-BCB7-25287240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397192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FF9"/>
          </a:solidFill>
          <a:ln xmlns:a="http://schemas.openxmlformats.org/drawingml/2006/main" w="15240">
            <a:solidFill>
              <a:srgbClr val="8B6BB4"/>
            </a:solidFill>
          </a:ln>
        </p:spPr>
      </p:sp>
      <p:sp>
        <p:nvSpPr>
          <p:cNvPr id="313" name="vector-294">
            <a:extLst xmlns:a="http://schemas.openxmlformats.org/drawingml/2006/main">
              <a:ext uri="{FF2B5EF4-FFF2-40B4-BE49-F238E27FC236}">
                <a16:creationId xmlns:a16="http://schemas.microsoft.com/office/drawing/2014/main" id="{5B782C26-E63C-4723-8623-89C0A55D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4076700"/>
            <a:ext cx="590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B6BB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6BB4"/>
                </a:solidFill>
                <a:latin typeface="Arial"/>
                <a:ea typeface="Arial"/>
                <a:cs typeface="Arial"/>
              </a:rPr>
              <a:t>fθ</a:t>
            </a:r>
          </a:p>
        </p:txBody>
      </p:sp>
      <p:sp>
        <p:nvSpPr>
          <p:cNvPr id="314" name="vector-295">
            <a:extLst xmlns:a="http://schemas.openxmlformats.org/drawingml/2006/main">
              <a:ext uri="{FF2B5EF4-FFF2-40B4-BE49-F238E27FC236}">
                <a16:creationId xmlns:a16="http://schemas.microsoft.com/office/drawing/2014/main" id="{BCA26775-703E-4775-823D-7F6BF44F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48200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shared decision head</a:t>
            </a:r>
          </a:p>
        </p:txBody>
      </p:sp>
      <p:sp>
        <p:nvSpPr>
          <p:cNvPr id="315" name="vector-296">
            <a:extLst xmlns:a="http://schemas.openxmlformats.org/drawingml/2006/main">
              <a:ext uri="{FF2B5EF4-FFF2-40B4-BE49-F238E27FC236}">
                <a16:creationId xmlns:a16="http://schemas.microsoft.com/office/drawing/2014/main" id="{48AC9665-77F7-4309-8AC5-92F99BDE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524" y="495252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sp>
        <p:nvSpPr>
          <p:cNvPr id="316" name="vector-297">
            <a:extLst xmlns:a="http://schemas.openxmlformats.org/drawingml/2006/main">
              <a:ext uri="{FF2B5EF4-FFF2-40B4-BE49-F238E27FC236}">
                <a16:creationId xmlns:a16="http://schemas.microsoft.com/office/drawing/2014/main" id="{DFAF1DC4-4362-46EA-AF60-11B8921A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524" y="514302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</p:sp>
      <p:cxnSp>
        <p:nvCxnSpPr>
          <p:cNvPr id="648" name=""/>
          <p:cNvCxnSpPr>
            <a:stCxn xmlns:a="http://schemas.openxmlformats.org/drawingml/2006/main" id="315" idx="2"/>
            <a:endCxn xmlns:a="http://schemas.openxmlformats.org/drawingml/2006/main" id="316" idx="0"/>
          </p:cNvCxnSpPr>
          <p:nvPr/>
        </p:nvCxnSpPr>
        <p:spPr>
          <a:xfrm xmlns:a="http://schemas.openxmlformats.org/drawingml/2006/main">
            <a:off x="13335001" y="4953477"/>
            <a:ext cx="0" cy="189547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8B6BB4"/>
            </a:solidFill>
            <a:tailEnd type="triangle" w="sm" len="sm"/>
          </a:ln>
        </p:spPr>
      </p:cxnSp>
      <p:sp>
        <p:nvSpPr>
          <p:cNvPr id="318" name="vector-298">
            <a:extLst xmlns:a="http://schemas.openxmlformats.org/drawingml/2006/main">
              <a:ext uri="{FF2B5EF4-FFF2-40B4-BE49-F238E27FC236}">
                <a16:creationId xmlns:a16="http://schemas.microsoft.com/office/drawing/2014/main" id="{4B8867BA-8191-4251-8311-BDE09A2E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5238750"/>
            <a:ext cx="257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a₁</a:t>
            </a:r>
          </a:p>
        </p:txBody>
      </p:sp>
      <p:sp>
        <p:nvSpPr>
          <p:cNvPr id="319" name="vector-299">
            <a:extLst xmlns:a="http://schemas.openxmlformats.org/drawingml/2006/main">
              <a:ext uri="{FF2B5EF4-FFF2-40B4-BE49-F238E27FC236}">
                <a16:creationId xmlns:a16="http://schemas.microsoft.com/office/drawing/2014/main" id="{534B6065-7C7C-44C4-B146-90B45FBF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5457825"/>
            <a:ext cx="257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a₂</a:t>
            </a:r>
          </a:p>
        </p:txBody>
      </p:sp>
      <p:sp>
        <p:nvSpPr>
          <p:cNvPr id="320" name="vector-300">
            <a:extLst xmlns:a="http://schemas.openxmlformats.org/drawingml/2006/main">
              <a:ext uri="{FF2B5EF4-FFF2-40B4-BE49-F238E27FC236}">
                <a16:creationId xmlns:a16="http://schemas.microsoft.com/office/drawing/2014/main" id="{8B2FD98D-8D14-4761-B240-45853B47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5676900"/>
            <a:ext cx="257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aₖ</a:t>
            </a:r>
          </a:p>
        </p:txBody>
      </p:sp>
      <p:sp>
        <p:nvSpPr>
          <p:cNvPr id="321" name="vector-301">
            <a:extLst xmlns:a="http://schemas.openxmlformats.org/drawingml/2006/main">
              <a:ext uri="{FF2B5EF4-FFF2-40B4-BE49-F238E27FC236}">
                <a16:creationId xmlns:a16="http://schemas.microsoft.com/office/drawing/2014/main" id="{586759FA-C4E4-42A8-800A-7AA2B339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5276850"/>
            <a:ext cx="4953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BB4"/>
          </a:solidFill>
          <a:ln xmlns:a="http://schemas.openxmlformats.org/drawingml/2006/main" w="0">
            <a:noFill/>
          </a:ln>
        </p:spPr>
      </p:sp>
      <p:sp>
        <p:nvSpPr>
          <p:cNvPr id="322" name="vector-302">
            <a:extLst xmlns:a="http://schemas.openxmlformats.org/drawingml/2006/main">
              <a:ext uri="{FF2B5EF4-FFF2-40B4-BE49-F238E27FC236}">
                <a16:creationId xmlns:a16="http://schemas.microsoft.com/office/drawing/2014/main" id="{2D92D9DF-38DA-4B53-89A9-1E0C3C31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5495925"/>
            <a:ext cx="12954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BB4"/>
          </a:solidFill>
          <a:ln xmlns:a="http://schemas.openxmlformats.org/drawingml/2006/main" w="0">
            <a:noFill/>
          </a:ln>
        </p:spPr>
      </p:sp>
      <p:sp>
        <p:nvSpPr>
          <p:cNvPr id="323" name="vector-303">
            <a:extLst xmlns:a="http://schemas.openxmlformats.org/drawingml/2006/main">
              <a:ext uri="{FF2B5EF4-FFF2-40B4-BE49-F238E27FC236}">
                <a16:creationId xmlns:a16="http://schemas.microsoft.com/office/drawing/2014/main" id="{A1650B0F-71AB-48E7-B027-E746E6FF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5715000"/>
            <a:ext cx="323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BB4"/>
          </a:solidFill>
          <a:ln xmlns:a="http://schemas.openxmlformats.org/drawingml/2006/main" w="0">
            <a:noFill/>
          </a:ln>
        </p:spPr>
      </p:sp>
      <p:sp>
        <p:nvSpPr>
          <p:cNvPr id="324" name="path-304">
            <a:extLst xmlns:a="http://schemas.openxmlformats.org/drawingml/2006/main">
              <a:ext uri="{FF2B5EF4-FFF2-40B4-BE49-F238E27FC236}">
                <a16:creationId xmlns:a16="http://schemas.microsoft.com/office/drawing/2014/main" id="{295A7D8E-26C4-4D4B-9784-0F0C4019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05525"/>
            <a:ext cx="14249400" cy="953"/>
          </a:xfrm>
          <a:custGeom xmlns:a="http://schemas.openxmlformats.org/drawingml/2006/main">
            <a:pathLst>
              <a:path w="14249400" h="953">
                <a:moveTo>
                  <a:pt x="0" y="0"/>
                </a:moveTo>
                <a:lnTo>
                  <a:pt x="14249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E7EBF0"/>
            </a:solidFill>
          </a:ln>
        </p:spPr>
      </p:sp>
      <p:sp>
        <p:nvSpPr>
          <p:cNvPr id="325" name="vector-305">
            <a:extLst xmlns:a="http://schemas.openxmlformats.org/drawingml/2006/main">
              <a:ext uri="{FF2B5EF4-FFF2-40B4-BE49-F238E27FC236}">
                <a16:creationId xmlns:a16="http://schemas.microsoft.com/office/drawing/2014/main" id="{EB7E0F4D-766F-4D0F-BB8B-DCFE1609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8429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Same inputs in every panel: image I, question q, candidates A</a:t>
            </a:r>
          </a:p>
        </p:txBody>
      </p:sp>
      <p:sp>
        <p:nvSpPr>
          <p:cNvPr id="326" name="vector-306">
            <a:extLst xmlns:a="http://schemas.openxmlformats.org/drawingml/2006/main">
              <a:ext uri="{FF2B5EF4-FFF2-40B4-BE49-F238E27FC236}">
                <a16:creationId xmlns:a16="http://schemas.microsoft.com/office/drawing/2014/main" id="{87661479-ED1F-4A61-930A-F359644B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626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3BC"/>
          </a:solidFill>
          <a:ln xmlns:a="http://schemas.openxmlformats.org/drawingml/2006/main" w="15240">
            <a:noFill/>
          </a:ln>
        </p:spPr>
      </p:sp>
      <p:sp>
        <p:nvSpPr>
          <p:cNvPr id="327" name="vector-307">
            <a:extLst xmlns:a="http://schemas.openxmlformats.org/drawingml/2006/main">
              <a:ext uri="{FF2B5EF4-FFF2-40B4-BE49-F238E27FC236}">
                <a16:creationId xmlns:a16="http://schemas.microsoft.com/office/drawing/2014/main" id="{2B10644E-3EC8-4EF0-9F92-3F938DC7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19125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AR backbone</a:t>
            </a:r>
          </a:p>
        </p:txBody>
      </p:sp>
      <p:sp>
        <p:nvSpPr>
          <p:cNvPr id="328" name="vector-308">
            <a:extLst xmlns:a="http://schemas.openxmlformats.org/drawingml/2006/main">
              <a:ext uri="{FF2B5EF4-FFF2-40B4-BE49-F238E27FC236}">
                <a16:creationId xmlns:a16="http://schemas.microsoft.com/office/drawing/2014/main" id="{325C03E4-B593-4425-AD8F-D08F1EDB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626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A83"/>
          </a:solidFill>
          <a:ln xmlns:a="http://schemas.openxmlformats.org/drawingml/2006/main" w="15240">
            <a:noFill/>
          </a:ln>
        </p:spPr>
      </p:sp>
      <p:sp>
        <p:nvSpPr>
          <p:cNvPr id="329" name="vector-309">
            <a:extLst xmlns:a="http://schemas.openxmlformats.org/drawingml/2006/main">
              <a:ext uri="{FF2B5EF4-FFF2-40B4-BE49-F238E27FC236}">
                <a16:creationId xmlns:a16="http://schemas.microsoft.com/office/drawing/2014/main" id="{56B47831-A721-4F10-99C4-29E65879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191250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NAR backbone</a:t>
            </a:r>
          </a:p>
        </p:txBody>
      </p:sp>
      <p:sp>
        <p:nvSpPr>
          <p:cNvPr id="330" name="vector-310">
            <a:extLst xmlns:a="http://schemas.openxmlformats.org/drawingml/2006/main">
              <a:ext uri="{FF2B5EF4-FFF2-40B4-BE49-F238E27FC236}">
                <a16:creationId xmlns:a16="http://schemas.microsoft.com/office/drawing/2014/main" id="{CBEA7804-1230-44AE-892A-11781E87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626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6BB4"/>
          </a:solidFill>
          <a:ln xmlns:a="http://schemas.openxmlformats.org/drawingml/2006/main" w="15240">
            <a:noFill/>
          </a:ln>
        </p:spPr>
      </p:sp>
      <p:sp>
        <p:nvSpPr>
          <p:cNvPr id="331" name="vector-311">
            <a:extLst xmlns:a="http://schemas.openxmlformats.org/drawingml/2006/main">
              <a:ext uri="{FF2B5EF4-FFF2-40B4-BE49-F238E27FC236}">
                <a16:creationId xmlns:a16="http://schemas.microsoft.com/office/drawing/2014/main" id="{49BF9C1C-4C2F-44F5-BC59-76B473F7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19125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47E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47E8A"/>
                </a:solidFill>
                <a:latin typeface="Arial"/>
                <a:ea typeface="Arial"/>
                <a:cs typeface="Arial"/>
              </a:rPr>
              <a:t>Learned head</a:t>
            </a:r>
          </a:p>
        </p:txBody>
      </p:sp>
    </p:spTree>
    <p:extLst>
      <p:ext uri="{BB962C8B-B14F-4D97-AF65-F5344CB8AC3E}">
        <p14:creationId xmlns:p14="http://schemas.microsoft.com/office/powerpoint/2010/main" val="6486679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2026-10-01T08:45:41.3410000Z</dcterms:created>
  <dcterms:modified xsi:type="dcterms:W3CDTF">2026-10-01T08:45:41.3410000Z</dcterms:modified>
</coreProperties>
</file>