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f7b8530bd40429a" /><Relationship Type="http://schemas.openxmlformats.org/officeDocument/2006/relationships/extended-properties" Target="/docProps/app.xml" Id="R2794d9119e234ba4" /><Relationship Type="http://schemas.openxmlformats.org/officeDocument/2006/relationships/officeDocument" Target="/ppt/presentation.xml" Id="Rb8ac4eacd2ac4589" /></Relationships>
</file>

<file path=ppt/presentation.xml><?xml version="1.0" encoding="utf-8"?>
<p:presentation xmlns:p="http://schemas.openxmlformats.org/presentationml/2006/main">
  <p:sldMasterIdLst>
    <p:sldMasterId xmlns:r="http://schemas.openxmlformats.org/officeDocument/2006/relationships" id="2147483648" r:id="Rd8a147acfed74d08"/>
  </p:sldMasterIdLst>
  <p:notesMasterIdLst>
    <p:notesMasterId xmlns:r="http://schemas.openxmlformats.org/officeDocument/2006/relationships" r:id="R9d72205ce93e4eab"/>
  </p:notesMasterIdLst>
  <p:sldIdLst>
    <p:sldId xmlns:r="http://schemas.openxmlformats.org/officeDocument/2006/relationships" id="256" r:id="Re539553972a5452a"/>
  </p:sldIdLst>
  <p:sldSz cx="17145000" cy="5334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a2b9761c82546b3" /><Relationship Type="http://schemas.openxmlformats.org/officeDocument/2006/relationships/slideMaster" Target="/ppt/slideMasters/slideMaster1.xml" Id="Rd8a147acfed74d08" /><Relationship Type="http://schemas.openxmlformats.org/officeDocument/2006/relationships/notesMaster" Target="/ppt/notesMasters/notesMaster1.xml" Id="R9d72205ce93e4eab" /><Relationship Type="http://schemas.openxmlformats.org/officeDocument/2006/relationships/presProps" Target="/ppt/presProps.xml" Id="Rd1aa448bed554ef3" /><Relationship Type="http://schemas.openxmlformats.org/officeDocument/2006/relationships/tableStyles" Target="/ppt/tableStyles.xml" Id="R4fa06d8a85c94f73" /><Relationship Type="http://schemas.openxmlformats.org/officeDocument/2006/relationships/slide" Target="/ppt/slides/slide1.xml" Id="Re539553972a545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bc623ced824ed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6225712badd4054" /><Relationship Type="http://schemas.openxmlformats.org/officeDocument/2006/relationships/notesMaster" Target="/ppt/notesMasters/notesMaster1.xml" Id="R868ba03909d9474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LayaMed multimodal learned decision head on NAR encoders. The figure is simplified from the user's attached reference and follows the approved vector theme. Clinical text contains context, question, and supplied options; one sequence is created per candidate. Text passes through the bidirectional PubMedBERT encoder. The medical image, when present, passes through the BiomedCLIP visual encoder once per image example and its projected feature is reused for every candidate. Both encoders have LoRA updates on Q, K, and V; this user correction overrides the reference's image-encoder frozen-by-default configuration. Base pretrained weights remain frozen while LoRA adapters are trainable.</a:t>
            </a:r>
          </a:p>
          <a:p xmlns:a="http://schemas.openxmlformats.org/drawingml/2006/main">
            <a:r>
              <a:t>Each branch is pooled/projected into a compatible representation. Candidate text representation t_j and shared image representation v are concatenated and processed through a shared fusion-and-scoring network f_theta to produce one logit z_j per candidate. There is one shared decision head, not separate per-candidate heads. Scores are grouped by question and normalized p_j=softmax(z_j/T), with choice argmax_j p_j. T is fitted on held-out calibration data and fixed at inference. Bars and network glyphs are schematic, not measured values or literal layer widths.</a:t>
            </a:r>
          </a:p>
          <a:p xmlns:a="http://schemas.openxmlformats.org/drawingml/2006/main">
            <a:r>
              <a:t>Implementation details preserved here to keep the visible figure uncluttered: reference text projection 768-&gt;768, image projection 512-&gt;768, concatenated representation 1536, fusion MLP 1536-&gt;768-&gt;768, shared option scorer 768-&gt;384-&gt;1; reference fusion layers include linear, layer normalization, GELU, and dropout. Missing image maps to a zero feature. Question and choices are preserved while context is truncated to fit. Train with cross-entropy over choice logits, select checkpoint on validation data, freeze model to calibrate T on a held-out split, evaluate fixed model+T on test data. These details come from the user's reference; no implementation files were supplied or audited. Native editable vectors and text throughout.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c0b8c94a92486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8eb08fa363f4a75" /><Relationship Type="http://schemas.openxmlformats.org/officeDocument/2006/relationships/slideLayout" Target="/ppt/slideLayouts/slideLayout1.xml" Id="Raab4d2d2625e4c7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b4d2d2625e4c7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78356c21ec14752" /><Relationship Type="http://schemas.openxmlformats.org/officeDocument/2006/relationships/notesSlide" Target="/ppt/notesSlides/notesSlide1.xml" Id="Rcd0c8fca53b8448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1" name="vector-1">
            <a:extLst xmlns:a="http://schemas.openxmlformats.org/drawingml/2006/main">
              <a:ext uri="{FF2B5EF4-FFF2-40B4-BE49-F238E27FC236}">
                <a16:creationId xmlns:a16="http://schemas.microsoft.com/office/drawing/2014/main" id="{E6F817C0-0A9E-4D52-BB03-F7DD44E7F1B1}"/>
              </a:ext>
            </a:extLst>
          </p:cNvPr>
          <p:cNvSpPr>
            <a:spLocks xmlns:a="http://schemas.openxmlformats.org/drawingml/2006/main" noGrp="1"/>
          </p:cNvSpPr>
          <p:nvPr/>
        </p:nvSpPr>
        <p:spPr>
          <a:xfrm xmlns:a="http://schemas.openxmlformats.org/drawingml/2006/main">
            <a:off x="266700" y="238125"/>
            <a:ext cx="3238500" cy="3143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a:solidFill>
                  <a:srgbClr val="28323E"/>
                </a:solidFill>
                <a:latin typeface="Arial"/>
                <a:ea typeface="Arial"/>
                <a:cs typeface="Arial"/>
              </a:defRPr>
            </a:pPr>
            <a:r>
              <a:rPr sz="1950" b="1">
                <a:solidFill>
                  <a:srgbClr val="28323E"/>
                </a:solidFill>
                <a:latin typeface="Arial"/>
                <a:ea typeface="Arial"/>
                <a:cs typeface="Arial"/>
              </a:rPr>
              <a:t>Candidate inputs</a:t>
            </a:r>
          </a:p>
        </p:txBody>
      </p:sp>
      <p:sp>
        <p:nvSpPr>
          <p:cNvPr id="2" name="vector-2">
            <a:extLst xmlns:a="http://schemas.openxmlformats.org/drawingml/2006/main">
              <a:ext uri="{FF2B5EF4-FFF2-40B4-BE49-F238E27FC236}">
                <a16:creationId xmlns:a16="http://schemas.microsoft.com/office/drawing/2014/main" id="{C0B27BBC-E41F-4A09-AC06-D23C45D57A60}"/>
              </a:ext>
            </a:extLst>
          </p:cNvPr>
          <p:cNvSpPr>
            <a:spLocks xmlns:a="http://schemas.openxmlformats.org/drawingml/2006/main" noGrp="1"/>
          </p:cNvSpPr>
          <p:nvPr/>
        </p:nvSpPr>
        <p:spPr>
          <a:xfrm xmlns:a="http://schemas.openxmlformats.org/drawingml/2006/main">
            <a:off x="4105275" y="238125"/>
            <a:ext cx="3524250" cy="3143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a:solidFill>
                  <a:srgbClr val="28323E"/>
                </a:solidFill>
                <a:latin typeface="Arial"/>
                <a:ea typeface="Arial"/>
                <a:cs typeface="Arial"/>
              </a:defRPr>
            </a:pPr>
            <a:r>
              <a:rPr sz="1950" b="1">
                <a:solidFill>
                  <a:srgbClr val="28323E"/>
                </a:solidFill>
                <a:latin typeface="Arial"/>
                <a:ea typeface="Arial"/>
                <a:cs typeface="Arial"/>
              </a:rPr>
              <a:t>NAR encoding</a:t>
            </a:r>
          </a:p>
        </p:txBody>
      </p:sp>
      <p:sp>
        <p:nvSpPr>
          <p:cNvPr id="3" name="vector-3">
            <a:extLst xmlns:a="http://schemas.openxmlformats.org/drawingml/2006/main">
              <a:ext uri="{FF2B5EF4-FFF2-40B4-BE49-F238E27FC236}">
                <a16:creationId xmlns:a16="http://schemas.microsoft.com/office/drawing/2014/main" id="{30C19FF9-0DAC-44B1-AEC5-5D004BE68798}"/>
              </a:ext>
            </a:extLst>
          </p:cNvPr>
          <p:cNvSpPr>
            <a:spLocks xmlns:a="http://schemas.openxmlformats.org/drawingml/2006/main" noGrp="1"/>
          </p:cNvSpPr>
          <p:nvPr/>
        </p:nvSpPr>
        <p:spPr>
          <a:xfrm xmlns:a="http://schemas.openxmlformats.org/drawingml/2006/main">
            <a:off x="8334375" y="238125"/>
            <a:ext cx="5219700" cy="3143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a:solidFill>
                  <a:srgbClr val="28323E"/>
                </a:solidFill>
                <a:latin typeface="Arial"/>
                <a:ea typeface="Arial"/>
                <a:cs typeface="Arial"/>
              </a:defRPr>
            </a:pPr>
            <a:r>
              <a:rPr sz="1950" b="1">
                <a:solidFill>
                  <a:srgbClr val="28323E"/>
                </a:solidFill>
                <a:latin typeface="Arial"/>
                <a:ea typeface="Arial"/>
                <a:cs typeface="Arial"/>
              </a:rPr>
              <a:t>Fusion and scoring</a:t>
            </a:r>
          </a:p>
        </p:txBody>
      </p:sp>
      <p:sp>
        <p:nvSpPr>
          <p:cNvPr id="4" name="vector-4">
            <a:extLst xmlns:a="http://schemas.openxmlformats.org/drawingml/2006/main">
              <a:ext uri="{FF2B5EF4-FFF2-40B4-BE49-F238E27FC236}">
                <a16:creationId xmlns:a16="http://schemas.microsoft.com/office/drawing/2014/main" id="{74C67CC8-E027-4D3F-A7FF-53017B47F24A}"/>
              </a:ext>
            </a:extLst>
          </p:cNvPr>
          <p:cNvSpPr>
            <a:spLocks xmlns:a="http://schemas.openxmlformats.org/drawingml/2006/main" noGrp="1"/>
          </p:cNvSpPr>
          <p:nvPr/>
        </p:nvSpPr>
        <p:spPr>
          <a:xfrm xmlns:a="http://schemas.openxmlformats.org/drawingml/2006/main">
            <a:off x="14287500" y="238125"/>
            <a:ext cx="2571750" cy="3143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a:solidFill>
                  <a:srgbClr val="28323E"/>
                </a:solidFill>
                <a:latin typeface="Arial"/>
                <a:ea typeface="Arial"/>
                <a:cs typeface="Arial"/>
              </a:defRPr>
            </a:pPr>
            <a:r>
              <a:rPr sz="1950" b="1">
                <a:solidFill>
                  <a:srgbClr val="28323E"/>
                </a:solidFill>
                <a:latin typeface="Arial"/>
                <a:ea typeface="Arial"/>
                <a:cs typeface="Arial"/>
              </a:rPr>
              <a:t>Decision</a:t>
            </a:r>
          </a:p>
        </p:txBody>
      </p:sp>
      <p:sp>
        <p:nvSpPr>
          <p:cNvPr id="5" name="vector-5">
            <a:extLst xmlns:a="http://schemas.openxmlformats.org/drawingml/2006/main">
              <a:ext uri="{FF2B5EF4-FFF2-40B4-BE49-F238E27FC236}">
                <a16:creationId xmlns:a16="http://schemas.microsoft.com/office/drawing/2014/main" id="{1081E456-C130-41C4-A0FF-E1B7A9937B37}"/>
              </a:ext>
            </a:extLst>
          </p:cNvPr>
          <p:cNvSpPr>
            <a:spLocks xmlns:a="http://schemas.openxmlformats.org/drawingml/2006/main" noGrp="1"/>
          </p:cNvSpPr>
          <p:nvPr/>
        </p:nvSpPr>
        <p:spPr>
          <a:xfrm xmlns:a="http://schemas.openxmlformats.org/drawingml/2006/main">
            <a:off x="190500" y="809625"/>
            <a:ext cx="3476625" cy="2571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747E8A"/>
                </a:solidFill>
                <a:latin typeface="Arial"/>
                <a:ea typeface="Arial"/>
                <a:cs typeface="Arial"/>
              </a:defRPr>
            </a:pPr>
            <a:r>
              <a:rPr sz="1725" b="0">
                <a:solidFill>
                  <a:srgbClr val="747E8A"/>
                </a:solidFill>
                <a:latin typeface="Arial"/>
                <a:ea typeface="Arial"/>
                <a:cs typeface="Arial"/>
              </a:rPr>
              <a:t>Context + question + options</a:t>
            </a:r>
          </a:p>
        </p:txBody>
      </p:sp>
      <p:sp>
        <p:nvSpPr>
          <p:cNvPr id="6" name="path-6">
            <a:extLst xmlns:a="http://schemas.openxmlformats.org/drawingml/2006/main">
              <a:ext uri="{FF2B5EF4-FFF2-40B4-BE49-F238E27FC236}">
                <a16:creationId xmlns:a16="http://schemas.microsoft.com/office/drawing/2014/main" id="{3AEF3BDB-1B1C-4723-80DA-4349780ED871}"/>
              </a:ext>
            </a:extLst>
          </p:cNvPr>
          <p:cNvSpPr>
            <a:spLocks xmlns:a="http://schemas.openxmlformats.org/drawingml/2006/main" noGrp="1"/>
          </p:cNvSpPr>
          <p:nvPr/>
        </p:nvSpPr>
        <p:spPr>
          <a:xfrm xmlns:a="http://schemas.openxmlformats.org/drawingml/2006/main">
            <a:off x="781050" y="1371600"/>
            <a:ext cx="342900" cy="457200"/>
          </a:xfrm>
          <a:custGeom xmlns:a="http://schemas.openxmlformats.org/drawingml/2006/main">
            <a:pathLst>
              <a:path w="342900" h="457200">
                <a:moveTo>
                  <a:pt x="0" y="0"/>
                </a:moveTo>
                <a:lnTo>
                  <a:pt x="247650" y="0"/>
                </a:lnTo>
                <a:lnTo>
                  <a:pt x="342900" y="95250"/>
                </a:lnTo>
                <a:lnTo>
                  <a:pt x="342900" y="457200"/>
                </a:lnTo>
                <a:lnTo>
                  <a:pt x="0" y="457200"/>
                </a:lnTo>
                <a:close/>
              </a:path>
            </a:pathLst>
          </a:custGeom>
          <a:solidFill xmlns:a="http://schemas.openxmlformats.org/drawingml/2006/main">
            <a:srgbClr val="FFFFFF"/>
          </a:solidFill>
          <a:ln xmlns:a="http://schemas.openxmlformats.org/drawingml/2006/main" w="15240">
            <a:solidFill>
              <a:srgbClr val="747E8A"/>
            </a:solidFill>
          </a:ln>
        </p:spPr>
      </p:sp>
      <p:sp>
        <p:nvSpPr>
          <p:cNvPr id="7" name="path-7">
            <a:extLst xmlns:a="http://schemas.openxmlformats.org/drawingml/2006/main">
              <a:ext uri="{FF2B5EF4-FFF2-40B4-BE49-F238E27FC236}">
                <a16:creationId xmlns:a16="http://schemas.microsoft.com/office/drawing/2014/main" id="{B945C33E-7C76-417F-8BB7-A528964BA82E}"/>
              </a:ext>
            </a:extLst>
          </p:cNvPr>
          <p:cNvSpPr>
            <a:spLocks xmlns:a="http://schemas.openxmlformats.org/drawingml/2006/main" noGrp="1"/>
          </p:cNvSpPr>
          <p:nvPr/>
        </p:nvSpPr>
        <p:spPr>
          <a:xfrm xmlns:a="http://schemas.openxmlformats.org/drawingml/2006/main">
            <a:off x="1028700" y="1371600"/>
            <a:ext cx="95250" cy="95250"/>
          </a:xfrm>
          <a:custGeom xmlns:a="http://schemas.openxmlformats.org/drawingml/2006/main">
            <a:pathLst>
              <a:path w="95250" h="95250">
                <a:moveTo>
                  <a:pt x="0" y="0"/>
                </a:moveTo>
                <a:lnTo>
                  <a:pt x="0" y="95250"/>
                </a:lnTo>
                <a:lnTo>
                  <a:pt x="95250" y="95250"/>
                </a:lnTo>
              </a:path>
            </a:pathLst>
          </a:custGeom>
          <a:noFill xmlns:a="http://schemas.openxmlformats.org/drawingml/2006/main"/>
          <a:ln xmlns:a="http://schemas.openxmlformats.org/drawingml/2006/main" w="13335">
            <a:solidFill>
              <a:srgbClr val="747E8A"/>
            </a:solidFill>
          </a:ln>
        </p:spPr>
      </p:sp>
      <p:sp>
        <p:nvSpPr>
          <p:cNvPr id="8" name="path-8">
            <a:extLst xmlns:a="http://schemas.openxmlformats.org/drawingml/2006/main">
              <a:ext uri="{FF2B5EF4-FFF2-40B4-BE49-F238E27FC236}">
                <a16:creationId xmlns:a16="http://schemas.microsoft.com/office/drawing/2014/main" id="{6F37A6F2-E734-43E7-83F4-541752E34707}"/>
              </a:ext>
            </a:extLst>
          </p:cNvPr>
          <p:cNvSpPr>
            <a:spLocks xmlns:a="http://schemas.openxmlformats.org/drawingml/2006/main" noGrp="1"/>
          </p:cNvSpPr>
          <p:nvPr/>
        </p:nvSpPr>
        <p:spPr>
          <a:xfrm xmlns:a="http://schemas.openxmlformats.org/drawingml/2006/main">
            <a:off x="857250" y="1552575"/>
            <a:ext cx="190500" cy="953"/>
          </a:xfrm>
          <a:custGeom xmlns:a="http://schemas.openxmlformats.org/drawingml/2006/main">
            <a:pathLst>
              <a:path w="190500" h="953">
                <a:moveTo>
                  <a:pt x="0" y="0"/>
                </a:moveTo>
                <a:lnTo>
                  <a:pt x="190500" y="0"/>
                </a:lnTo>
              </a:path>
            </a:pathLst>
          </a:custGeom>
          <a:noFill xmlns:a="http://schemas.openxmlformats.org/drawingml/2006/main"/>
          <a:ln xmlns:a="http://schemas.openxmlformats.org/drawingml/2006/main" w="16193">
            <a:solidFill>
              <a:srgbClr val="747E8A"/>
            </a:solidFill>
          </a:ln>
        </p:spPr>
      </p:sp>
      <p:sp>
        <p:nvSpPr>
          <p:cNvPr id="9" name="path-9">
            <a:extLst xmlns:a="http://schemas.openxmlformats.org/drawingml/2006/main">
              <a:ext uri="{FF2B5EF4-FFF2-40B4-BE49-F238E27FC236}">
                <a16:creationId xmlns:a16="http://schemas.microsoft.com/office/drawing/2014/main" id="{ABFC37D8-7550-4DEC-8946-2C629FCA42B6}"/>
              </a:ext>
            </a:extLst>
          </p:cNvPr>
          <p:cNvSpPr>
            <a:spLocks xmlns:a="http://schemas.openxmlformats.org/drawingml/2006/main" noGrp="1"/>
          </p:cNvSpPr>
          <p:nvPr/>
        </p:nvSpPr>
        <p:spPr>
          <a:xfrm xmlns:a="http://schemas.openxmlformats.org/drawingml/2006/main">
            <a:off x="857250" y="1628775"/>
            <a:ext cx="190500" cy="953"/>
          </a:xfrm>
          <a:custGeom xmlns:a="http://schemas.openxmlformats.org/drawingml/2006/main">
            <a:pathLst>
              <a:path w="190500" h="953">
                <a:moveTo>
                  <a:pt x="0" y="0"/>
                </a:moveTo>
                <a:lnTo>
                  <a:pt x="190500" y="0"/>
                </a:lnTo>
              </a:path>
            </a:pathLst>
          </a:custGeom>
          <a:noFill xmlns:a="http://schemas.openxmlformats.org/drawingml/2006/main"/>
          <a:ln xmlns:a="http://schemas.openxmlformats.org/drawingml/2006/main" w="16193">
            <a:solidFill>
              <a:srgbClr val="747E8A"/>
            </a:solidFill>
          </a:ln>
        </p:spPr>
      </p:sp>
      <p:sp>
        <p:nvSpPr>
          <p:cNvPr id="10" name="path-10">
            <a:extLst xmlns:a="http://schemas.openxmlformats.org/drawingml/2006/main">
              <a:ext uri="{FF2B5EF4-FFF2-40B4-BE49-F238E27FC236}">
                <a16:creationId xmlns:a16="http://schemas.microsoft.com/office/drawing/2014/main" id="{7AC15C8C-35C3-45E2-9315-7AE3505B16D3}"/>
              </a:ext>
            </a:extLst>
          </p:cNvPr>
          <p:cNvSpPr>
            <a:spLocks xmlns:a="http://schemas.openxmlformats.org/drawingml/2006/main" noGrp="1"/>
          </p:cNvSpPr>
          <p:nvPr/>
        </p:nvSpPr>
        <p:spPr>
          <a:xfrm xmlns:a="http://schemas.openxmlformats.org/drawingml/2006/main">
            <a:off x="857250" y="1704975"/>
            <a:ext cx="142875" cy="953"/>
          </a:xfrm>
          <a:custGeom xmlns:a="http://schemas.openxmlformats.org/drawingml/2006/main">
            <a:pathLst>
              <a:path w="142875" h="953">
                <a:moveTo>
                  <a:pt x="0" y="0"/>
                </a:moveTo>
                <a:lnTo>
                  <a:pt x="142875" y="0"/>
                </a:lnTo>
              </a:path>
            </a:pathLst>
          </a:custGeom>
          <a:noFill xmlns:a="http://schemas.openxmlformats.org/drawingml/2006/main"/>
          <a:ln xmlns:a="http://schemas.openxmlformats.org/drawingml/2006/main" w="16193">
            <a:solidFill>
              <a:srgbClr val="747E8A"/>
            </a:solidFill>
          </a:ln>
        </p:spPr>
      </p:sp>
      <p:sp>
        <p:nvSpPr>
          <p:cNvPr id="11" name="vector-11">
            <a:extLst xmlns:a="http://schemas.openxmlformats.org/drawingml/2006/main">
              <a:ext uri="{FF2B5EF4-FFF2-40B4-BE49-F238E27FC236}">
                <a16:creationId xmlns:a16="http://schemas.microsoft.com/office/drawing/2014/main" id="{35F6C569-A15D-4410-B2FE-40083688F08D}"/>
              </a:ext>
            </a:extLst>
          </p:cNvPr>
          <p:cNvSpPr>
            <a:spLocks xmlns:a="http://schemas.openxmlformats.org/drawingml/2006/main" noGrp="1"/>
          </p:cNvSpPr>
          <p:nvPr/>
        </p:nvSpPr>
        <p:spPr>
          <a:xfrm xmlns:a="http://schemas.openxmlformats.org/drawingml/2006/main">
            <a:off x="1256824" y="1599724"/>
            <a:ext cx="953" cy="953"/>
          </a:xfrm>
          <a:prstGeom xmlns:a="http://schemas.openxmlformats.org/drawingml/2006/main" prst="rect">
            <a:avLst/>
          </a:prstGeom>
          <a:noFill xmlns:a="http://schemas.openxmlformats.org/drawingml/2006/main"/>
          <a:ln xmlns:a="http://schemas.openxmlformats.org/drawingml/2006/main" w="15240">
            <a:noFill/>
          </a:ln>
        </p:spPr>
      </p:sp>
      <p:sp>
        <p:nvSpPr>
          <p:cNvPr id="12" name="vector-12">
            <a:extLst xmlns:a="http://schemas.openxmlformats.org/drawingml/2006/main">
              <a:ext uri="{FF2B5EF4-FFF2-40B4-BE49-F238E27FC236}">
                <a16:creationId xmlns:a16="http://schemas.microsoft.com/office/drawing/2014/main" id="{138020C0-9E33-4C54-9C03-689F739EDDF2}"/>
              </a:ext>
            </a:extLst>
          </p:cNvPr>
          <p:cNvSpPr>
            <a:spLocks xmlns:a="http://schemas.openxmlformats.org/drawingml/2006/main" noGrp="1"/>
          </p:cNvSpPr>
          <p:nvPr/>
        </p:nvSpPr>
        <p:spPr>
          <a:xfrm xmlns:a="http://schemas.openxmlformats.org/drawingml/2006/main">
            <a:off x="1847374" y="1599724"/>
            <a:ext cx="953" cy="953"/>
          </a:xfrm>
          <a:prstGeom xmlns:a="http://schemas.openxmlformats.org/drawingml/2006/main" prst="rect">
            <a:avLst/>
          </a:prstGeom>
          <a:noFill xmlns:a="http://schemas.openxmlformats.org/drawingml/2006/main"/>
          <a:ln xmlns:a="http://schemas.openxmlformats.org/drawingml/2006/main" w="15240">
            <a:noFill/>
          </a:ln>
        </p:spPr>
      </p:sp>
      <p:cxnSp>
        <p:nvCxnSpPr>
          <p:cNvPr id="233" name=""/>
          <p:cNvCxnSpPr>
            <a:stCxn xmlns:a="http://schemas.openxmlformats.org/drawingml/2006/main" id="11" idx="3"/>
            <a:endCxn xmlns:a="http://schemas.openxmlformats.org/drawingml/2006/main" id="12" idx="1"/>
          </p:cNvCxnSpPr>
          <p:nvPr/>
        </p:nvCxnSpPr>
        <p:spPr>
          <a:xfrm xmlns:a="http://schemas.openxmlformats.org/drawingml/2006/main">
            <a:off x="1257777" y="1600201"/>
            <a:ext cx="589597" cy="0"/>
          </a:xfrm>
          <a:prstGeom xmlns:a="http://schemas.openxmlformats.org/drawingml/2006/main" prst="straightConnector1">
            <a:avLst/>
          </a:prstGeom>
          <a:ln xmlns:a="http://schemas.openxmlformats.org/drawingml/2006/main" w="17145">
            <a:solidFill>
              <a:srgbClr val="4A73BC"/>
            </a:solidFill>
            <a:tailEnd type="triangle" w="sm" len="sm"/>
          </a:ln>
        </p:spPr>
      </p:cxnSp>
      <p:sp>
        <p:nvSpPr>
          <p:cNvPr id="14" name="vector-13">
            <a:extLst xmlns:a="http://schemas.openxmlformats.org/drawingml/2006/main">
              <a:ext uri="{FF2B5EF4-FFF2-40B4-BE49-F238E27FC236}">
                <a16:creationId xmlns:a16="http://schemas.microsoft.com/office/drawing/2014/main" id="{4013B4BE-EE5B-4F91-B331-523562EAFC47}"/>
              </a:ext>
            </a:extLst>
          </p:cNvPr>
          <p:cNvSpPr>
            <a:spLocks xmlns:a="http://schemas.openxmlformats.org/drawingml/2006/main" noGrp="1"/>
          </p:cNvSpPr>
          <p:nvPr/>
        </p:nvSpPr>
        <p:spPr>
          <a:xfrm xmlns:a="http://schemas.openxmlformats.org/drawingml/2006/main">
            <a:off x="2019300" y="1209675"/>
            <a:ext cx="85725" cy="95250"/>
          </a:xfrm>
          <a:prstGeom xmlns:a="http://schemas.openxmlformats.org/drawingml/2006/main" prst="rect">
            <a:avLst/>
          </a:prstGeom>
          <a:solidFill xmlns:a="http://schemas.openxmlformats.org/drawingml/2006/main">
            <a:srgbClr val="D2DDEE"/>
          </a:solidFill>
          <a:ln xmlns:a="http://schemas.openxmlformats.org/drawingml/2006/main" w="0">
            <a:noFill/>
          </a:ln>
        </p:spPr>
      </p:sp>
      <p:sp>
        <p:nvSpPr>
          <p:cNvPr id="15" name="vector-14">
            <a:extLst xmlns:a="http://schemas.openxmlformats.org/drawingml/2006/main">
              <a:ext uri="{FF2B5EF4-FFF2-40B4-BE49-F238E27FC236}">
                <a16:creationId xmlns:a16="http://schemas.microsoft.com/office/drawing/2014/main" id="{C97FD56B-3FDB-4B5E-A8FD-1F0594A17384}"/>
              </a:ext>
            </a:extLst>
          </p:cNvPr>
          <p:cNvSpPr>
            <a:spLocks xmlns:a="http://schemas.openxmlformats.org/drawingml/2006/main" noGrp="1"/>
          </p:cNvSpPr>
          <p:nvPr/>
        </p:nvSpPr>
        <p:spPr>
          <a:xfrm xmlns:a="http://schemas.openxmlformats.org/drawingml/2006/main">
            <a:off x="2162175" y="1209675"/>
            <a:ext cx="85725" cy="95250"/>
          </a:xfrm>
          <a:prstGeom xmlns:a="http://schemas.openxmlformats.org/drawingml/2006/main" prst="rect">
            <a:avLst/>
          </a:prstGeom>
          <a:solidFill xmlns:a="http://schemas.openxmlformats.org/drawingml/2006/main">
            <a:srgbClr val="D2DDEE"/>
          </a:solidFill>
          <a:ln xmlns:a="http://schemas.openxmlformats.org/drawingml/2006/main" w="0">
            <a:noFill/>
          </a:ln>
        </p:spPr>
      </p:sp>
      <p:sp>
        <p:nvSpPr>
          <p:cNvPr id="16" name="vector-15">
            <a:extLst xmlns:a="http://schemas.openxmlformats.org/drawingml/2006/main">
              <a:ext uri="{FF2B5EF4-FFF2-40B4-BE49-F238E27FC236}">
                <a16:creationId xmlns:a16="http://schemas.microsoft.com/office/drawing/2014/main" id="{DAFBE9F4-CC99-41C7-8772-5E5EE539CC1E}"/>
              </a:ext>
            </a:extLst>
          </p:cNvPr>
          <p:cNvSpPr>
            <a:spLocks xmlns:a="http://schemas.openxmlformats.org/drawingml/2006/main" noGrp="1"/>
          </p:cNvSpPr>
          <p:nvPr/>
        </p:nvSpPr>
        <p:spPr>
          <a:xfrm xmlns:a="http://schemas.openxmlformats.org/drawingml/2006/main">
            <a:off x="2305050" y="1209675"/>
            <a:ext cx="85725" cy="95250"/>
          </a:xfrm>
          <a:prstGeom xmlns:a="http://schemas.openxmlformats.org/drawingml/2006/main" prst="rect">
            <a:avLst/>
          </a:prstGeom>
          <a:solidFill xmlns:a="http://schemas.openxmlformats.org/drawingml/2006/main">
            <a:srgbClr val="D2DDEE"/>
          </a:solidFill>
          <a:ln xmlns:a="http://schemas.openxmlformats.org/drawingml/2006/main" w="0">
            <a:noFill/>
          </a:ln>
        </p:spPr>
      </p:sp>
      <p:sp>
        <p:nvSpPr>
          <p:cNvPr id="17" name="vector-16">
            <a:extLst xmlns:a="http://schemas.openxmlformats.org/drawingml/2006/main">
              <a:ext uri="{FF2B5EF4-FFF2-40B4-BE49-F238E27FC236}">
                <a16:creationId xmlns:a16="http://schemas.microsoft.com/office/drawing/2014/main" id="{E61DDA24-E044-4E87-ABED-D6383F3FA57E}"/>
              </a:ext>
            </a:extLst>
          </p:cNvPr>
          <p:cNvSpPr>
            <a:spLocks xmlns:a="http://schemas.openxmlformats.org/drawingml/2006/main" noGrp="1"/>
          </p:cNvSpPr>
          <p:nvPr/>
        </p:nvSpPr>
        <p:spPr>
          <a:xfrm xmlns:a="http://schemas.openxmlformats.org/drawingml/2006/main">
            <a:off x="2447925" y="1209675"/>
            <a:ext cx="85725" cy="95250"/>
          </a:xfrm>
          <a:prstGeom xmlns:a="http://schemas.openxmlformats.org/drawingml/2006/main" prst="rect">
            <a:avLst/>
          </a:prstGeom>
          <a:solidFill xmlns:a="http://schemas.openxmlformats.org/drawingml/2006/main">
            <a:srgbClr val="D2DDEE"/>
          </a:solidFill>
          <a:ln xmlns:a="http://schemas.openxmlformats.org/drawingml/2006/main" w="0">
            <a:noFill/>
          </a:ln>
        </p:spPr>
      </p:sp>
      <p:sp>
        <p:nvSpPr>
          <p:cNvPr id="18" name="vector-17">
            <a:extLst xmlns:a="http://schemas.openxmlformats.org/drawingml/2006/main">
              <a:ext uri="{FF2B5EF4-FFF2-40B4-BE49-F238E27FC236}">
                <a16:creationId xmlns:a16="http://schemas.microsoft.com/office/drawing/2014/main" id="{46858E44-6253-4DC6-BB38-3DAB34D7B7CA}"/>
              </a:ext>
            </a:extLst>
          </p:cNvPr>
          <p:cNvSpPr>
            <a:spLocks xmlns:a="http://schemas.openxmlformats.org/drawingml/2006/main" noGrp="1"/>
          </p:cNvSpPr>
          <p:nvPr/>
        </p:nvSpPr>
        <p:spPr>
          <a:xfrm xmlns:a="http://schemas.openxmlformats.org/drawingml/2006/main">
            <a:off x="2705100" y="1114425"/>
            <a:ext cx="285750" cy="285750"/>
          </a:xfrm>
          <a:prstGeom xmlns:a="http://schemas.openxmlformats.org/drawingml/2006/main" prst="ellipse">
            <a:avLst/>
          </a:prstGeom>
          <a:solidFill xmlns:a="http://schemas.openxmlformats.org/drawingml/2006/main">
            <a:srgbClr val="EFF4FC"/>
          </a:solidFill>
          <a:ln xmlns:a="http://schemas.openxmlformats.org/drawingml/2006/main" w="15240">
            <a:solidFill>
              <a:srgbClr val="4A73BC"/>
            </a:solidFill>
          </a:ln>
        </p:spPr>
      </p:sp>
      <p:sp>
        <p:nvSpPr>
          <p:cNvPr id="19" name="vector-18">
            <a:extLst xmlns:a="http://schemas.openxmlformats.org/drawingml/2006/main">
              <a:ext uri="{FF2B5EF4-FFF2-40B4-BE49-F238E27FC236}">
                <a16:creationId xmlns:a16="http://schemas.microsoft.com/office/drawing/2014/main" id="{23F2FEFC-E7E4-4520-B264-20250EE60DC6}"/>
              </a:ext>
            </a:extLst>
          </p:cNvPr>
          <p:cNvSpPr>
            <a:spLocks xmlns:a="http://schemas.openxmlformats.org/drawingml/2006/main" noGrp="1"/>
          </p:cNvSpPr>
          <p:nvPr/>
        </p:nvSpPr>
        <p:spPr>
          <a:xfrm xmlns:a="http://schemas.openxmlformats.org/drawingml/2006/main">
            <a:off x="2676525" y="1133475"/>
            <a:ext cx="342900" cy="2381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0">
                <a:solidFill>
                  <a:srgbClr val="4A73BC"/>
                </a:solidFill>
                <a:latin typeface="Arial"/>
                <a:ea typeface="Arial"/>
                <a:cs typeface="Arial"/>
              </a:defRPr>
            </a:pPr>
            <a:r>
              <a:rPr sz="1500" b="0">
                <a:solidFill>
                  <a:srgbClr val="4A73BC"/>
                </a:solidFill>
                <a:latin typeface="Arial"/>
                <a:ea typeface="Arial"/>
                <a:cs typeface="Arial"/>
              </a:rPr>
              <a:t>a₁</a:t>
            </a:r>
          </a:p>
        </p:txBody>
      </p:sp>
      <p:sp>
        <p:nvSpPr>
          <p:cNvPr id="20" name="path-19">
            <a:extLst xmlns:a="http://schemas.openxmlformats.org/drawingml/2006/main">
              <a:ext uri="{FF2B5EF4-FFF2-40B4-BE49-F238E27FC236}">
                <a16:creationId xmlns:a16="http://schemas.microsoft.com/office/drawing/2014/main" id="{A2A97F20-7AAB-43CC-AE3B-258B21A229B6}"/>
              </a:ext>
            </a:extLst>
          </p:cNvPr>
          <p:cNvSpPr>
            <a:spLocks xmlns:a="http://schemas.openxmlformats.org/drawingml/2006/main" noGrp="1"/>
          </p:cNvSpPr>
          <p:nvPr/>
        </p:nvSpPr>
        <p:spPr>
          <a:xfrm xmlns:a="http://schemas.openxmlformats.org/drawingml/2006/main">
            <a:off x="3048000" y="1257300"/>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5240">
            <a:solidFill>
              <a:srgbClr val="4A73BC"/>
            </a:solidFill>
          </a:ln>
        </p:spPr>
      </p:sp>
      <p:sp>
        <p:nvSpPr>
          <p:cNvPr id="21" name="path-20">
            <a:extLst xmlns:a="http://schemas.openxmlformats.org/drawingml/2006/main">
              <a:ext uri="{FF2B5EF4-FFF2-40B4-BE49-F238E27FC236}">
                <a16:creationId xmlns:a16="http://schemas.microsoft.com/office/drawing/2014/main" id="{DF72BFAA-C70B-4E1B-B2A0-123991EA99CA}"/>
              </a:ext>
            </a:extLst>
          </p:cNvPr>
          <p:cNvSpPr>
            <a:spLocks xmlns:a="http://schemas.openxmlformats.org/drawingml/2006/main" noGrp="1"/>
          </p:cNvSpPr>
          <p:nvPr/>
        </p:nvSpPr>
        <p:spPr>
          <a:xfrm xmlns:a="http://schemas.openxmlformats.org/drawingml/2006/main">
            <a:off x="3381375" y="1257300"/>
            <a:ext cx="953" cy="342900"/>
          </a:xfrm>
          <a:custGeom xmlns:a="http://schemas.openxmlformats.org/drawingml/2006/main">
            <a:pathLst>
              <a:path w="953" h="342900">
                <a:moveTo>
                  <a:pt x="0" y="0"/>
                </a:moveTo>
                <a:lnTo>
                  <a:pt x="0" y="342900"/>
                </a:lnTo>
              </a:path>
            </a:pathLst>
          </a:custGeom>
          <a:noFill xmlns:a="http://schemas.openxmlformats.org/drawingml/2006/main"/>
          <a:ln xmlns:a="http://schemas.openxmlformats.org/drawingml/2006/main" w="15240">
            <a:solidFill>
              <a:srgbClr val="4A73BC"/>
            </a:solidFill>
          </a:ln>
        </p:spPr>
      </p:sp>
      <p:sp>
        <p:nvSpPr>
          <p:cNvPr id="22" name="vector-21">
            <a:extLst xmlns:a="http://schemas.openxmlformats.org/drawingml/2006/main">
              <a:ext uri="{FF2B5EF4-FFF2-40B4-BE49-F238E27FC236}">
                <a16:creationId xmlns:a16="http://schemas.microsoft.com/office/drawing/2014/main" id="{D0013898-4D7A-4196-87F2-10F0155E21E6}"/>
              </a:ext>
            </a:extLst>
          </p:cNvPr>
          <p:cNvSpPr>
            <a:spLocks xmlns:a="http://schemas.openxmlformats.org/drawingml/2006/main" noGrp="1"/>
          </p:cNvSpPr>
          <p:nvPr/>
        </p:nvSpPr>
        <p:spPr>
          <a:xfrm xmlns:a="http://schemas.openxmlformats.org/drawingml/2006/main">
            <a:off x="2019300" y="1552575"/>
            <a:ext cx="85725" cy="95250"/>
          </a:xfrm>
          <a:prstGeom xmlns:a="http://schemas.openxmlformats.org/drawingml/2006/main" prst="rect">
            <a:avLst/>
          </a:prstGeom>
          <a:solidFill xmlns:a="http://schemas.openxmlformats.org/drawingml/2006/main">
            <a:srgbClr val="B3C4E4"/>
          </a:solidFill>
          <a:ln xmlns:a="http://schemas.openxmlformats.org/drawingml/2006/main" w="0">
            <a:noFill/>
          </a:ln>
        </p:spPr>
      </p:sp>
      <p:sp>
        <p:nvSpPr>
          <p:cNvPr id="23" name="vector-22">
            <a:extLst xmlns:a="http://schemas.openxmlformats.org/drawingml/2006/main">
              <a:ext uri="{FF2B5EF4-FFF2-40B4-BE49-F238E27FC236}">
                <a16:creationId xmlns:a16="http://schemas.microsoft.com/office/drawing/2014/main" id="{337B1A14-A877-411C-8822-E72301019441}"/>
              </a:ext>
            </a:extLst>
          </p:cNvPr>
          <p:cNvSpPr>
            <a:spLocks xmlns:a="http://schemas.openxmlformats.org/drawingml/2006/main" noGrp="1"/>
          </p:cNvSpPr>
          <p:nvPr/>
        </p:nvSpPr>
        <p:spPr>
          <a:xfrm xmlns:a="http://schemas.openxmlformats.org/drawingml/2006/main">
            <a:off x="2162175" y="1552575"/>
            <a:ext cx="85725" cy="95250"/>
          </a:xfrm>
          <a:prstGeom xmlns:a="http://schemas.openxmlformats.org/drawingml/2006/main" prst="rect">
            <a:avLst/>
          </a:prstGeom>
          <a:solidFill xmlns:a="http://schemas.openxmlformats.org/drawingml/2006/main">
            <a:srgbClr val="B3C4E4"/>
          </a:solidFill>
          <a:ln xmlns:a="http://schemas.openxmlformats.org/drawingml/2006/main" w="0">
            <a:noFill/>
          </a:ln>
        </p:spPr>
      </p:sp>
      <p:sp>
        <p:nvSpPr>
          <p:cNvPr id="24" name="vector-23">
            <a:extLst xmlns:a="http://schemas.openxmlformats.org/drawingml/2006/main">
              <a:ext uri="{FF2B5EF4-FFF2-40B4-BE49-F238E27FC236}">
                <a16:creationId xmlns:a16="http://schemas.microsoft.com/office/drawing/2014/main" id="{80A572E7-23EF-49D5-9ADF-11C359D4CE88}"/>
              </a:ext>
            </a:extLst>
          </p:cNvPr>
          <p:cNvSpPr>
            <a:spLocks xmlns:a="http://schemas.openxmlformats.org/drawingml/2006/main" noGrp="1"/>
          </p:cNvSpPr>
          <p:nvPr/>
        </p:nvSpPr>
        <p:spPr>
          <a:xfrm xmlns:a="http://schemas.openxmlformats.org/drawingml/2006/main">
            <a:off x="2305050" y="1552575"/>
            <a:ext cx="85725" cy="95250"/>
          </a:xfrm>
          <a:prstGeom xmlns:a="http://schemas.openxmlformats.org/drawingml/2006/main" prst="rect">
            <a:avLst/>
          </a:prstGeom>
          <a:solidFill xmlns:a="http://schemas.openxmlformats.org/drawingml/2006/main">
            <a:srgbClr val="B3C4E4"/>
          </a:solidFill>
          <a:ln xmlns:a="http://schemas.openxmlformats.org/drawingml/2006/main" w="0">
            <a:noFill/>
          </a:ln>
        </p:spPr>
      </p:sp>
      <p:sp>
        <p:nvSpPr>
          <p:cNvPr id="25" name="vector-24">
            <a:extLst xmlns:a="http://schemas.openxmlformats.org/drawingml/2006/main">
              <a:ext uri="{FF2B5EF4-FFF2-40B4-BE49-F238E27FC236}">
                <a16:creationId xmlns:a16="http://schemas.microsoft.com/office/drawing/2014/main" id="{8E5D19AA-3DF9-453E-9682-D59E5E337BC2}"/>
              </a:ext>
            </a:extLst>
          </p:cNvPr>
          <p:cNvSpPr>
            <a:spLocks xmlns:a="http://schemas.openxmlformats.org/drawingml/2006/main" noGrp="1"/>
          </p:cNvSpPr>
          <p:nvPr/>
        </p:nvSpPr>
        <p:spPr>
          <a:xfrm xmlns:a="http://schemas.openxmlformats.org/drawingml/2006/main">
            <a:off x="2447925" y="1552575"/>
            <a:ext cx="85725" cy="95250"/>
          </a:xfrm>
          <a:prstGeom xmlns:a="http://schemas.openxmlformats.org/drawingml/2006/main" prst="rect">
            <a:avLst/>
          </a:prstGeom>
          <a:solidFill xmlns:a="http://schemas.openxmlformats.org/drawingml/2006/main">
            <a:srgbClr val="B3C4E4"/>
          </a:solidFill>
          <a:ln xmlns:a="http://schemas.openxmlformats.org/drawingml/2006/main" w="0">
            <a:noFill/>
          </a:ln>
        </p:spPr>
      </p:sp>
      <p:sp>
        <p:nvSpPr>
          <p:cNvPr id="26" name="vector-25">
            <a:extLst xmlns:a="http://schemas.openxmlformats.org/drawingml/2006/main">
              <a:ext uri="{FF2B5EF4-FFF2-40B4-BE49-F238E27FC236}">
                <a16:creationId xmlns:a16="http://schemas.microsoft.com/office/drawing/2014/main" id="{41254418-CE6B-43DB-BD11-9E759A12D0A7}"/>
              </a:ext>
            </a:extLst>
          </p:cNvPr>
          <p:cNvSpPr>
            <a:spLocks xmlns:a="http://schemas.openxmlformats.org/drawingml/2006/main" noGrp="1"/>
          </p:cNvSpPr>
          <p:nvPr/>
        </p:nvSpPr>
        <p:spPr>
          <a:xfrm xmlns:a="http://schemas.openxmlformats.org/drawingml/2006/main">
            <a:off x="2705100" y="1457325"/>
            <a:ext cx="285750" cy="285750"/>
          </a:xfrm>
          <a:prstGeom xmlns:a="http://schemas.openxmlformats.org/drawingml/2006/main" prst="ellipse">
            <a:avLst/>
          </a:prstGeom>
          <a:solidFill xmlns:a="http://schemas.openxmlformats.org/drawingml/2006/main">
            <a:srgbClr val="EFF4FC"/>
          </a:solidFill>
          <a:ln xmlns:a="http://schemas.openxmlformats.org/drawingml/2006/main" w="15240">
            <a:solidFill>
              <a:srgbClr val="4A73BC"/>
            </a:solidFill>
          </a:ln>
        </p:spPr>
      </p:sp>
      <p:sp>
        <p:nvSpPr>
          <p:cNvPr id="27" name="vector-26">
            <a:extLst xmlns:a="http://schemas.openxmlformats.org/drawingml/2006/main">
              <a:ext uri="{FF2B5EF4-FFF2-40B4-BE49-F238E27FC236}">
                <a16:creationId xmlns:a16="http://schemas.microsoft.com/office/drawing/2014/main" id="{37976563-B6C5-4A2B-8667-3AD43933E89D}"/>
              </a:ext>
            </a:extLst>
          </p:cNvPr>
          <p:cNvSpPr>
            <a:spLocks xmlns:a="http://schemas.openxmlformats.org/drawingml/2006/main" noGrp="1"/>
          </p:cNvSpPr>
          <p:nvPr/>
        </p:nvSpPr>
        <p:spPr>
          <a:xfrm xmlns:a="http://schemas.openxmlformats.org/drawingml/2006/main">
            <a:off x="2676525" y="1476375"/>
            <a:ext cx="342900" cy="2381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0">
                <a:solidFill>
                  <a:srgbClr val="4A73BC"/>
                </a:solidFill>
                <a:latin typeface="Arial"/>
                <a:ea typeface="Arial"/>
                <a:cs typeface="Arial"/>
              </a:defRPr>
            </a:pPr>
            <a:r>
              <a:rPr sz="1500" b="0">
                <a:solidFill>
                  <a:srgbClr val="4A73BC"/>
                </a:solidFill>
                <a:latin typeface="Arial"/>
                <a:ea typeface="Arial"/>
                <a:cs typeface="Arial"/>
              </a:rPr>
              <a:t>a₂</a:t>
            </a:r>
          </a:p>
        </p:txBody>
      </p:sp>
      <p:sp>
        <p:nvSpPr>
          <p:cNvPr id="28" name="path-27">
            <a:extLst xmlns:a="http://schemas.openxmlformats.org/drawingml/2006/main">
              <a:ext uri="{FF2B5EF4-FFF2-40B4-BE49-F238E27FC236}">
                <a16:creationId xmlns:a16="http://schemas.microsoft.com/office/drawing/2014/main" id="{F5D198D5-53B8-4788-85BC-37AC8C880DE2}"/>
              </a:ext>
            </a:extLst>
          </p:cNvPr>
          <p:cNvSpPr>
            <a:spLocks xmlns:a="http://schemas.openxmlformats.org/drawingml/2006/main" noGrp="1"/>
          </p:cNvSpPr>
          <p:nvPr/>
        </p:nvSpPr>
        <p:spPr>
          <a:xfrm xmlns:a="http://schemas.openxmlformats.org/drawingml/2006/main">
            <a:off x="3048000" y="1600200"/>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5240">
            <a:solidFill>
              <a:srgbClr val="4A73BC"/>
            </a:solidFill>
          </a:ln>
        </p:spPr>
      </p:sp>
      <p:sp>
        <p:nvSpPr>
          <p:cNvPr id="29" name="vector-28">
            <a:extLst xmlns:a="http://schemas.openxmlformats.org/drawingml/2006/main">
              <a:ext uri="{FF2B5EF4-FFF2-40B4-BE49-F238E27FC236}">
                <a16:creationId xmlns:a16="http://schemas.microsoft.com/office/drawing/2014/main" id="{419CDC73-594E-4D38-9B1C-A1FC3E5DA1FA}"/>
              </a:ext>
            </a:extLst>
          </p:cNvPr>
          <p:cNvSpPr>
            <a:spLocks xmlns:a="http://schemas.openxmlformats.org/drawingml/2006/main" noGrp="1"/>
          </p:cNvSpPr>
          <p:nvPr/>
        </p:nvSpPr>
        <p:spPr>
          <a:xfrm xmlns:a="http://schemas.openxmlformats.org/drawingml/2006/main">
            <a:off x="2019300" y="1895475"/>
            <a:ext cx="85725" cy="95250"/>
          </a:xfrm>
          <a:prstGeom xmlns:a="http://schemas.openxmlformats.org/drawingml/2006/main" prst="rect">
            <a:avLst/>
          </a:prstGeom>
          <a:solidFill xmlns:a="http://schemas.openxmlformats.org/drawingml/2006/main">
            <a:srgbClr val="D2DDEE"/>
          </a:solidFill>
          <a:ln xmlns:a="http://schemas.openxmlformats.org/drawingml/2006/main" w="0">
            <a:noFill/>
          </a:ln>
        </p:spPr>
      </p:sp>
      <p:sp>
        <p:nvSpPr>
          <p:cNvPr id="30" name="vector-29">
            <a:extLst xmlns:a="http://schemas.openxmlformats.org/drawingml/2006/main">
              <a:ext uri="{FF2B5EF4-FFF2-40B4-BE49-F238E27FC236}">
                <a16:creationId xmlns:a16="http://schemas.microsoft.com/office/drawing/2014/main" id="{B8BD91C1-02DD-4106-9CDC-2698C1193927}"/>
              </a:ext>
            </a:extLst>
          </p:cNvPr>
          <p:cNvSpPr>
            <a:spLocks xmlns:a="http://schemas.openxmlformats.org/drawingml/2006/main" noGrp="1"/>
          </p:cNvSpPr>
          <p:nvPr/>
        </p:nvSpPr>
        <p:spPr>
          <a:xfrm xmlns:a="http://schemas.openxmlformats.org/drawingml/2006/main">
            <a:off x="2162175" y="1895475"/>
            <a:ext cx="85725" cy="95250"/>
          </a:xfrm>
          <a:prstGeom xmlns:a="http://schemas.openxmlformats.org/drawingml/2006/main" prst="rect">
            <a:avLst/>
          </a:prstGeom>
          <a:solidFill xmlns:a="http://schemas.openxmlformats.org/drawingml/2006/main">
            <a:srgbClr val="D2DDEE"/>
          </a:solidFill>
          <a:ln xmlns:a="http://schemas.openxmlformats.org/drawingml/2006/main" w="0">
            <a:noFill/>
          </a:ln>
        </p:spPr>
      </p:sp>
      <p:sp>
        <p:nvSpPr>
          <p:cNvPr id="31" name="vector-30">
            <a:extLst xmlns:a="http://schemas.openxmlformats.org/drawingml/2006/main">
              <a:ext uri="{FF2B5EF4-FFF2-40B4-BE49-F238E27FC236}">
                <a16:creationId xmlns:a16="http://schemas.microsoft.com/office/drawing/2014/main" id="{3084849C-9E0F-4BB7-B798-B72BC6AB7F71}"/>
              </a:ext>
            </a:extLst>
          </p:cNvPr>
          <p:cNvSpPr>
            <a:spLocks xmlns:a="http://schemas.openxmlformats.org/drawingml/2006/main" noGrp="1"/>
          </p:cNvSpPr>
          <p:nvPr/>
        </p:nvSpPr>
        <p:spPr>
          <a:xfrm xmlns:a="http://schemas.openxmlformats.org/drawingml/2006/main">
            <a:off x="2305050" y="1895475"/>
            <a:ext cx="85725" cy="95250"/>
          </a:xfrm>
          <a:prstGeom xmlns:a="http://schemas.openxmlformats.org/drawingml/2006/main" prst="rect">
            <a:avLst/>
          </a:prstGeom>
          <a:solidFill xmlns:a="http://schemas.openxmlformats.org/drawingml/2006/main">
            <a:srgbClr val="D2DDEE"/>
          </a:solidFill>
          <a:ln xmlns:a="http://schemas.openxmlformats.org/drawingml/2006/main" w="0">
            <a:noFill/>
          </a:ln>
        </p:spPr>
      </p:sp>
      <p:sp>
        <p:nvSpPr>
          <p:cNvPr id="32" name="vector-31">
            <a:extLst xmlns:a="http://schemas.openxmlformats.org/drawingml/2006/main">
              <a:ext uri="{FF2B5EF4-FFF2-40B4-BE49-F238E27FC236}">
                <a16:creationId xmlns:a16="http://schemas.microsoft.com/office/drawing/2014/main" id="{519EDC24-78E9-48E6-8B65-9FA7585F32AB}"/>
              </a:ext>
            </a:extLst>
          </p:cNvPr>
          <p:cNvSpPr>
            <a:spLocks xmlns:a="http://schemas.openxmlformats.org/drawingml/2006/main" noGrp="1"/>
          </p:cNvSpPr>
          <p:nvPr/>
        </p:nvSpPr>
        <p:spPr>
          <a:xfrm xmlns:a="http://schemas.openxmlformats.org/drawingml/2006/main">
            <a:off x="2447925" y="1895475"/>
            <a:ext cx="85725" cy="95250"/>
          </a:xfrm>
          <a:prstGeom xmlns:a="http://schemas.openxmlformats.org/drawingml/2006/main" prst="rect">
            <a:avLst/>
          </a:prstGeom>
          <a:solidFill xmlns:a="http://schemas.openxmlformats.org/drawingml/2006/main">
            <a:srgbClr val="D2DDEE"/>
          </a:solidFill>
          <a:ln xmlns:a="http://schemas.openxmlformats.org/drawingml/2006/main" w="0">
            <a:noFill/>
          </a:ln>
        </p:spPr>
      </p:sp>
      <p:sp>
        <p:nvSpPr>
          <p:cNvPr id="33" name="vector-32">
            <a:extLst xmlns:a="http://schemas.openxmlformats.org/drawingml/2006/main">
              <a:ext uri="{FF2B5EF4-FFF2-40B4-BE49-F238E27FC236}">
                <a16:creationId xmlns:a16="http://schemas.microsoft.com/office/drawing/2014/main" id="{DB107B27-6CA5-4045-9DE0-B3DC3C4E02B6}"/>
              </a:ext>
            </a:extLst>
          </p:cNvPr>
          <p:cNvSpPr>
            <a:spLocks xmlns:a="http://schemas.openxmlformats.org/drawingml/2006/main" noGrp="1"/>
          </p:cNvSpPr>
          <p:nvPr/>
        </p:nvSpPr>
        <p:spPr>
          <a:xfrm xmlns:a="http://schemas.openxmlformats.org/drawingml/2006/main">
            <a:off x="2705100" y="1800225"/>
            <a:ext cx="285750" cy="285750"/>
          </a:xfrm>
          <a:prstGeom xmlns:a="http://schemas.openxmlformats.org/drawingml/2006/main" prst="ellipse">
            <a:avLst/>
          </a:prstGeom>
          <a:solidFill xmlns:a="http://schemas.openxmlformats.org/drawingml/2006/main">
            <a:srgbClr val="EFF4FC"/>
          </a:solidFill>
          <a:ln xmlns:a="http://schemas.openxmlformats.org/drawingml/2006/main" w="15240">
            <a:solidFill>
              <a:srgbClr val="4A73BC"/>
            </a:solidFill>
          </a:ln>
        </p:spPr>
      </p:sp>
      <p:sp>
        <p:nvSpPr>
          <p:cNvPr id="34" name="vector-33">
            <a:extLst xmlns:a="http://schemas.openxmlformats.org/drawingml/2006/main">
              <a:ext uri="{FF2B5EF4-FFF2-40B4-BE49-F238E27FC236}">
                <a16:creationId xmlns:a16="http://schemas.microsoft.com/office/drawing/2014/main" id="{4B615FB9-8EFF-46FC-9FBF-48612161FEAE}"/>
              </a:ext>
            </a:extLst>
          </p:cNvPr>
          <p:cNvSpPr>
            <a:spLocks xmlns:a="http://schemas.openxmlformats.org/drawingml/2006/main" noGrp="1"/>
          </p:cNvSpPr>
          <p:nvPr/>
        </p:nvSpPr>
        <p:spPr>
          <a:xfrm xmlns:a="http://schemas.openxmlformats.org/drawingml/2006/main">
            <a:off x="2676525" y="1819275"/>
            <a:ext cx="342900" cy="2381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0">
                <a:solidFill>
                  <a:srgbClr val="4A73BC"/>
                </a:solidFill>
                <a:latin typeface="Arial"/>
                <a:ea typeface="Arial"/>
                <a:cs typeface="Arial"/>
              </a:defRPr>
            </a:pPr>
            <a:r>
              <a:rPr sz="1500" b="0">
                <a:solidFill>
                  <a:srgbClr val="4A73BC"/>
                </a:solidFill>
                <a:latin typeface="Arial"/>
                <a:ea typeface="Arial"/>
                <a:cs typeface="Arial"/>
              </a:rPr>
              <a:t>aₖ</a:t>
            </a:r>
          </a:p>
        </p:txBody>
      </p:sp>
      <p:sp>
        <p:nvSpPr>
          <p:cNvPr id="35" name="path-34">
            <a:extLst xmlns:a="http://schemas.openxmlformats.org/drawingml/2006/main">
              <a:ext uri="{FF2B5EF4-FFF2-40B4-BE49-F238E27FC236}">
                <a16:creationId xmlns:a16="http://schemas.microsoft.com/office/drawing/2014/main" id="{9393B783-CFDB-48A9-8FC9-ACF41D0C18EA}"/>
              </a:ext>
            </a:extLst>
          </p:cNvPr>
          <p:cNvSpPr>
            <a:spLocks xmlns:a="http://schemas.openxmlformats.org/drawingml/2006/main" noGrp="1"/>
          </p:cNvSpPr>
          <p:nvPr/>
        </p:nvSpPr>
        <p:spPr>
          <a:xfrm xmlns:a="http://schemas.openxmlformats.org/drawingml/2006/main">
            <a:off x="3048000" y="1943100"/>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5240">
            <a:solidFill>
              <a:srgbClr val="4A73BC"/>
            </a:solidFill>
          </a:ln>
        </p:spPr>
      </p:sp>
      <p:sp>
        <p:nvSpPr>
          <p:cNvPr id="36" name="path-35">
            <a:extLst xmlns:a="http://schemas.openxmlformats.org/drawingml/2006/main">
              <a:ext uri="{FF2B5EF4-FFF2-40B4-BE49-F238E27FC236}">
                <a16:creationId xmlns:a16="http://schemas.microsoft.com/office/drawing/2014/main" id="{656933E7-2C51-4A22-A161-B32001AE2B0A}"/>
              </a:ext>
            </a:extLst>
          </p:cNvPr>
          <p:cNvSpPr>
            <a:spLocks xmlns:a="http://schemas.openxmlformats.org/drawingml/2006/main" noGrp="1"/>
          </p:cNvSpPr>
          <p:nvPr/>
        </p:nvSpPr>
        <p:spPr>
          <a:xfrm xmlns:a="http://schemas.openxmlformats.org/drawingml/2006/main">
            <a:off x="3381375" y="1600200"/>
            <a:ext cx="953" cy="342900"/>
          </a:xfrm>
          <a:custGeom xmlns:a="http://schemas.openxmlformats.org/drawingml/2006/main">
            <a:pathLst>
              <a:path w="953" h="342900">
                <a:moveTo>
                  <a:pt x="0" y="342900"/>
                </a:moveTo>
                <a:lnTo>
                  <a:pt x="0" y="0"/>
                </a:lnTo>
              </a:path>
            </a:pathLst>
          </a:custGeom>
          <a:noFill xmlns:a="http://schemas.openxmlformats.org/drawingml/2006/main"/>
          <a:ln xmlns:a="http://schemas.openxmlformats.org/drawingml/2006/main" w="15240">
            <a:solidFill>
              <a:srgbClr val="4A73BC"/>
            </a:solidFill>
          </a:ln>
        </p:spPr>
      </p:sp>
      <p:sp>
        <p:nvSpPr>
          <p:cNvPr id="37" name="vector-36">
            <a:extLst xmlns:a="http://schemas.openxmlformats.org/drawingml/2006/main">
              <a:ext uri="{FF2B5EF4-FFF2-40B4-BE49-F238E27FC236}">
                <a16:creationId xmlns:a16="http://schemas.microsoft.com/office/drawing/2014/main" id="{6905FA4D-72AE-4692-8758-A31BC483D5C0}"/>
              </a:ext>
            </a:extLst>
          </p:cNvPr>
          <p:cNvSpPr>
            <a:spLocks xmlns:a="http://schemas.openxmlformats.org/drawingml/2006/main" noGrp="1"/>
          </p:cNvSpPr>
          <p:nvPr/>
        </p:nvSpPr>
        <p:spPr>
          <a:xfrm xmlns:a="http://schemas.openxmlformats.org/drawingml/2006/main">
            <a:off x="190500" y="2143125"/>
            <a:ext cx="1514475"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28323E"/>
                </a:solidFill>
                <a:latin typeface="Arial"/>
                <a:ea typeface="Arial"/>
                <a:cs typeface="Arial"/>
              </a:defRPr>
            </a:pPr>
            <a:r>
              <a:rPr sz="1725" b="1">
                <a:solidFill>
                  <a:srgbClr val="28323E"/>
                </a:solidFill>
                <a:latin typeface="Arial"/>
                <a:ea typeface="Arial"/>
                <a:cs typeface="Arial"/>
              </a:rPr>
              <a:t>Clinical text</a:t>
            </a:r>
          </a:p>
        </p:txBody>
      </p:sp>
      <p:sp>
        <p:nvSpPr>
          <p:cNvPr id="38" name="vector-37">
            <a:extLst xmlns:a="http://schemas.openxmlformats.org/drawingml/2006/main">
              <a:ext uri="{FF2B5EF4-FFF2-40B4-BE49-F238E27FC236}">
                <a16:creationId xmlns:a16="http://schemas.microsoft.com/office/drawing/2014/main" id="{C1B46743-FFDE-4F06-A770-2B2B943210FE}"/>
              </a:ext>
            </a:extLst>
          </p:cNvPr>
          <p:cNvSpPr>
            <a:spLocks xmlns:a="http://schemas.openxmlformats.org/drawingml/2006/main" noGrp="1"/>
          </p:cNvSpPr>
          <p:nvPr/>
        </p:nvSpPr>
        <p:spPr>
          <a:xfrm xmlns:a="http://schemas.openxmlformats.org/drawingml/2006/main">
            <a:off x="1790700" y="2257425"/>
            <a:ext cx="2200275" cy="2571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0">
                <a:solidFill>
                  <a:srgbClr val="747E8A"/>
                </a:solidFill>
                <a:latin typeface="Arial"/>
                <a:ea typeface="Arial"/>
                <a:cs typeface="Arial"/>
              </a:defRPr>
            </a:pPr>
            <a:r>
              <a:rPr sz="1500" b="0">
                <a:solidFill>
                  <a:srgbClr val="747E8A"/>
                </a:solidFill>
                <a:latin typeface="Arial"/>
                <a:ea typeface="Arial"/>
                <a:cs typeface="Arial"/>
              </a:rPr>
              <a:t>Per-candidate sequence</a:t>
            </a:r>
          </a:p>
        </p:txBody>
      </p:sp>
      <p:sp>
        <p:nvSpPr>
          <p:cNvPr id="39" name="vector-38">
            <a:extLst xmlns:a="http://schemas.openxmlformats.org/drawingml/2006/main">
              <a:ext uri="{FF2B5EF4-FFF2-40B4-BE49-F238E27FC236}">
                <a16:creationId xmlns:a16="http://schemas.microsoft.com/office/drawing/2014/main" id="{AA9DE8D4-DBC0-464F-9ECD-478854C2EBAD}"/>
              </a:ext>
            </a:extLst>
          </p:cNvPr>
          <p:cNvSpPr>
            <a:spLocks xmlns:a="http://schemas.openxmlformats.org/drawingml/2006/main" noGrp="1"/>
          </p:cNvSpPr>
          <p:nvPr/>
        </p:nvSpPr>
        <p:spPr>
          <a:xfrm xmlns:a="http://schemas.openxmlformats.org/drawingml/2006/main">
            <a:off x="3380899" y="1599724"/>
            <a:ext cx="953" cy="953"/>
          </a:xfrm>
          <a:prstGeom xmlns:a="http://schemas.openxmlformats.org/drawingml/2006/main" prst="rect">
            <a:avLst/>
          </a:prstGeom>
          <a:noFill xmlns:a="http://schemas.openxmlformats.org/drawingml/2006/main"/>
          <a:ln xmlns:a="http://schemas.openxmlformats.org/drawingml/2006/main" w="15240">
            <a:noFill/>
          </a:ln>
        </p:spPr>
      </p:sp>
      <p:sp>
        <p:nvSpPr>
          <p:cNvPr id="40" name="vector-39">
            <a:extLst xmlns:a="http://schemas.openxmlformats.org/drawingml/2006/main">
              <a:ext uri="{FF2B5EF4-FFF2-40B4-BE49-F238E27FC236}">
                <a16:creationId xmlns:a16="http://schemas.microsoft.com/office/drawing/2014/main" id="{0C835D3B-1C0F-40C7-9AC8-B73472C85EAD}"/>
              </a:ext>
            </a:extLst>
          </p:cNvPr>
          <p:cNvSpPr>
            <a:spLocks xmlns:a="http://schemas.openxmlformats.org/drawingml/2006/main" noGrp="1"/>
          </p:cNvSpPr>
          <p:nvPr/>
        </p:nvSpPr>
        <p:spPr>
          <a:xfrm xmlns:a="http://schemas.openxmlformats.org/drawingml/2006/main">
            <a:off x="4323874" y="1599724"/>
            <a:ext cx="953" cy="953"/>
          </a:xfrm>
          <a:prstGeom xmlns:a="http://schemas.openxmlformats.org/drawingml/2006/main" prst="rect">
            <a:avLst/>
          </a:prstGeom>
          <a:noFill xmlns:a="http://schemas.openxmlformats.org/drawingml/2006/main"/>
          <a:ln xmlns:a="http://schemas.openxmlformats.org/drawingml/2006/main" w="15240">
            <a:noFill/>
          </a:ln>
        </p:spPr>
      </p:sp>
      <p:cxnSp>
        <p:nvCxnSpPr>
          <p:cNvPr id="261" name=""/>
          <p:cNvCxnSpPr>
            <a:stCxn xmlns:a="http://schemas.openxmlformats.org/drawingml/2006/main" id="39" idx="3"/>
            <a:endCxn xmlns:a="http://schemas.openxmlformats.org/drawingml/2006/main" id="40" idx="1"/>
          </p:cNvCxnSpPr>
          <p:nvPr/>
        </p:nvCxnSpPr>
        <p:spPr>
          <a:xfrm xmlns:a="http://schemas.openxmlformats.org/drawingml/2006/main">
            <a:off x="3381852" y="1600201"/>
            <a:ext cx="942022" cy="0"/>
          </a:xfrm>
          <a:prstGeom xmlns:a="http://schemas.openxmlformats.org/drawingml/2006/main" prst="straightConnector1">
            <a:avLst/>
          </a:prstGeom>
          <a:ln xmlns:a="http://schemas.openxmlformats.org/drawingml/2006/main" w="17145">
            <a:solidFill>
              <a:srgbClr val="4A73BC"/>
            </a:solidFill>
            <a:tailEnd type="triangle" w="sm" len="sm"/>
          </a:ln>
        </p:spPr>
      </p:cxnSp>
      <p:sp>
        <p:nvSpPr>
          <p:cNvPr id="42" name="path-40">
            <a:extLst xmlns:a="http://schemas.openxmlformats.org/drawingml/2006/main">
              <a:ext uri="{FF2B5EF4-FFF2-40B4-BE49-F238E27FC236}">
                <a16:creationId xmlns:a16="http://schemas.microsoft.com/office/drawing/2014/main" id="{4DC7D7CD-56DE-4A3E-96DA-6C0C3A2ADF27}"/>
              </a:ext>
            </a:extLst>
          </p:cNvPr>
          <p:cNvSpPr>
            <a:spLocks xmlns:a="http://schemas.openxmlformats.org/drawingml/2006/main" noGrp="1"/>
          </p:cNvSpPr>
          <p:nvPr/>
        </p:nvSpPr>
        <p:spPr>
          <a:xfrm xmlns:a="http://schemas.openxmlformats.org/drawingml/2006/main">
            <a:off x="4410075" y="1343025"/>
            <a:ext cx="1333500" cy="666750"/>
          </a:xfrm>
          <a:custGeom xmlns:a="http://schemas.openxmlformats.org/drawingml/2006/main">
            <a:pathLst>
              <a:path w="1333500" h="666750">
                <a:moveTo>
                  <a:pt x="666750" y="0"/>
                </a:moveTo>
                <a:lnTo>
                  <a:pt x="1333500" y="333375"/>
                </a:lnTo>
                <a:lnTo>
                  <a:pt x="666750" y="666750"/>
                </a:lnTo>
                <a:lnTo>
                  <a:pt x="0" y="333375"/>
                </a:lnTo>
                <a:close/>
              </a:path>
            </a:pathLst>
          </a:custGeom>
          <a:solidFill xmlns:a="http://schemas.openxmlformats.org/drawingml/2006/main">
            <a:srgbClr val="E8F5F1"/>
          </a:solidFill>
          <a:ln xmlns:a="http://schemas.openxmlformats.org/drawingml/2006/main" w="17145">
            <a:solidFill>
              <a:srgbClr val="218A83"/>
            </a:solidFill>
          </a:ln>
        </p:spPr>
      </p:sp>
      <p:sp>
        <p:nvSpPr>
          <p:cNvPr id="43" name="path-41">
            <a:extLst xmlns:a="http://schemas.openxmlformats.org/drawingml/2006/main">
              <a:ext uri="{FF2B5EF4-FFF2-40B4-BE49-F238E27FC236}">
                <a16:creationId xmlns:a16="http://schemas.microsoft.com/office/drawing/2014/main" id="{44D7CE54-7AFB-44F5-91B5-F8D56FB96BA7}"/>
              </a:ext>
            </a:extLst>
          </p:cNvPr>
          <p:cNvSpPr>
            <a:spLocks xmlns:a="http://schemas.openxmlformats.org/drawingml/2006/main" noGrp="1"/>
          </p:cNvSpPr>
          <p:nvPr/>
        </p:nvSpPr>
        <p:spPr>
          <a:xfrm xmlns:a="http://schemas.openxmlformats.org/drawingml/2006/main">
            <a:off x="4410075" y="1238250"/>
            <a:ext cx="1333500" cy="666750"/>
          </a:xfrm>
          <a:custGeom xmlns:a="http://schemas.openxmlformats.org/drawingml/2006/main">
            <a:pathLst>
              <a:path w="1333500" h="666750">
                <a:moveTo>
                  <a:pt x="666750" y="0"/>
                </a:moveTo>
                <a:lnTo>
                  <a:pt x="1333500" y="333375"/>
                </a:lnTo>
                <a:lnTo>
                  <a:pt x="666750" y="666750"/>
                </a:lnTo>
                <a:lnTo>
                  <a:pt x="0" y="333375"/>
                </a:lnTo>
                <a:close/>
              </a:path>
            </a:pathLst>
          </a:custGeom>
          <a:solidFill xmlns:a="http://schemas.openxmlformats.org/drawingml/2006/main">
            <a:srgbClr val="E8F5F1"/>
          </a:solidFill>
          <a:ln xmlns:a="http://schemas.openxmlformats.org/drawingml/2006/main" w="17145">
            <a:solidFill>
              <a:srgbClr val="218A83"/>
            </a:solidFill>
          </a:ln>
        </p:spPr>
      </p:sp>
      <p:sp>
        <p:nvSpPr>
          <p:cNvPr id="44" name="path-42">
            <a:extLst xmlns:a="http://schemas.openxmlformats.org/drawingml/2006/main">
              <a:ext uri="{FF2B5EF4-FFF2-40B4-BE49-F238E27FC236}">
                <a16:creationId xmlns:a16="http://schemas.microsoft.com/office/drawing/2014/main" id="{B3019D0D-6C90-4005-BCE5-C82C4BD6A1EF}"/>
              </a:ext>
            </a:extLst>
          </p:cNvPr>
          <p:cNvSpPr>
            <a:spLocks xmlns:a="http://schemas.openxmlformats.org/drawingml/2006/main" noGrp="1"/>
          </p:cNvSpPr>
          <p:nvPr/>
        </p:nvSpPr>
        <p:spPr>
          <a:xfrm xmlns:a="http://schemas.openxmlformats.org/drawingml/2006/main">
            <a:off x="4410075" y="1133475"/>
            <a:ext cx="1333500" cy="666750"/>
          </a:xfrm>
          <a:custGeom xmlns:a="http://schemas.openxmlformats.org/drawingml/2006/main">
            <a:pathLst>
              <a:path w="1333500" h="666750">
                <a:moveTo>
                  <a:pt x="666750" y="0"/>
                </a:moveTo>
                <a:lnTo>
                  <a:pt x="1333500" y="333375"/>
                </a:lnTo>
                <a:lnTo>
                  <a:pt x="666750" y="666750"/>
                </a:lnTo>
                <a:lnTo>
                  <a:pt x="0" y="333375"/>
                </a:lnTo>
                <a:close/>
              </a:path>
            </a:pathLst>
          </a:custGeom>
          <a:solidFill xmlns:a="http://schemas.openxmlformats.org/drawingml/2006/main">
            <a:srgbClr val="E8F5F1"/>
          </a:solidFill>
          <a:ln xmlns:a="http://schemas.openxmlformats.org/drawingml/2006/main" w="17145">
            <a:solidFill>
              <a:srgbClr val="218A83"/>
            </a:solidFill>
          </a:ln>
        </p:spPr>
      </p:sp>
      <p:sp>
        <p:nvSpPr>
          <p:cNvPr id="45" name="path-43">
            <a:extLst xmlns:a="http://schemas.openxmlformats.org/drawingml/2006/main">
              <a:ext uri="{FF2B5EF4-FFF2-40B4-BE49-F238E27FC236}">
                <a16:creationId xmlns:a16="http://schemas.microsoft.com/office/drawing/2014/main" id="{AB123E1A-9E7C-4CBD-BDCD-092CF6BA1EDA}"/>
              </a:ext>
            </a:extLst>
          </p:cNvPr>
          <p:cNvSpPr>
            <a:spLocks xmlns:a="http://schemas.openxmlformats.org/drawingml/2006/main" noGrp="1"/>
          </p:cNvSpPr>
          <p:nvPr/>
        </p:nvSpPr>
        <p:spPr>
          <a:xfrm xmlns:a="http://schemas.openxmlformats.org/drawingml/2006/main">
            <a:off x="5001578" y="1218248"/>
            <a:ext cx="150495" cy="78105"/>
          </a:xfrm>
          <a:custGeom xmlns:a="http://schemas.openxmlformats.org/drawingml/2006/main">
            <a:pathLst>
              <a:path w="150495" h="78105">
                <a:moveTo>
                  <a:pt x="75247" y="0"/>
                </a:moveTo>
                <a:lnTo>
                  <a:pt x="150495" y="39052"/>
                </a:lnTo>
                <a:lnTo>
                  <a:pt x="75247" y="78105"/>
                </a:lnTo>
                <a:lnTo>
                  <a:pt x="0" y="39052"/>
                </a:lnTo>
                <a:close/>
              </a:path>
            </a:pathLst>
          </a:custGeom>
          <a:solidFill xmlns:a="http://schemas.openxmlformats.org/drawingml/2006/main">
            <a:srgbClr val="218A83"/>
          </a:solidFill>
          <a:ln xmlns:a="http://schemas.openxmlformats.org/drawingml/2006/main" w="7620">
            <a:solidFill>
              <a:srgbClr val="218A83"/>
            </a:solidFill>
          </a:ln>
        </p:spPr>
      </p:sp>
      <p:sp>
        <p:nvSpPr>
          <p:cNvPr id="46" name="path-44">
            <a:extLst xmlns:a="http://schemas.openxmlformats.org/drawingml/2006/main">
              <a:ext uri="{FF2B5EF4-FFF2-40B4-BE49-F238E27FC236}">
                <a16:creationId xmlns:a16="http://schemas.microsoft.com/office/drawing/2014/main" id="{E2BF604F-BF6B-4917-8305-45DFBC77C033}"/>
              </a:ext>
            </a:extLst>
          </p:cNvPr>
          <p:cNvSpPr>
            <a:spLocks xmlns:a="http://schemas.openxmlformats.org/drawingml/2006/main" noGrp="1"/>
          </p:cNvSpPr>
          <p:nvPr/>
        </p:nvSpPr>
        <p:spPr>
          <a:xfrm xmlns:a="http://schemas.openxmlformats.org/drawingml/2006/main">
            <a:off x="4877753" y="1280160"/>
            <a:ext cx="150495" cy="78105"/>
          </a:xfrm>
          <a:custGeom xmlns:a="http://schemas.openxmlformats.org/drawingml/2006/main">
            <a:pathLst>
              <a:path w="150495" h="78105">
                <a:moveTo>
                  <a:pt x="75247" y="0"/>
                </a:moveTo>
                <a:lnTo>
                  <a:pt x="150495" y="39052"/>
                </a:lnTo>
                <a:lnTo>
                  <a:pt x="75247" y="78105"/>
                </a:lnTo>
                <a:lnTo>
                  <a:pt x="0" y="39052"/>
                </a:lnTo>
                <a:close/>
              </a:path>
            </a:pathLst>
          </a:custGeom>
          <a:solidFill xmlns:a="http://schemas.openxmlformats.org/drawingml/2006/main">
            <a:srgbClr val="218A83"/>
          </a:solidFill>
          <a:ln xmlns:a="http://schemas.openxmlformats.org/drawingml/2006/main" w="7620">
            <a:solidFill>
              <a:srgbClr val="218A83"/>
            </a:solidFill>
          </a:ln>
        </p:spPr>
      </p:sp>
      <p:sp>
        <p:nvSpPr>
          <p:cNvPr id="47" name="path-45">
            <a:extLst xmlns:a="http://schemas.openxmlformats.org/drawingml/2006/main">
              <a:ext uri="{FF2B5EF4-FFF2-40B4-BE49-F238E27FC236}">
                <a16:creationId xmlns:a16="http://schemas.microsoft.com/office/drawing/2014/main" id="{E738F26B-4156-4F10-A878-AD80B0DA309D}"/>
              </a:ext>
            </a:extLst>
          </p:cNvPr>
          <p:cNvSpPr>
            <a:spLocks xmlns:a="http://schemas.openxmlformats.org/drawingml/2006/main" noGrp="1"/>
          </p:cNvSpPr>
          <p:nvPr/>
        </p:nvSpPr>
        <p:spPr>
          <a:xfrm xmlns:a="http://schemas.openxmlformats.org/drawingml/2006/main">
            <a:off x="4753928" y="1342073"/>
            <a:ext cx="150495" cy="78105"/>
          </a:xfrm>
          <a:custGeom xmlns:a="http://schemas.openxmlformats.org/drawingml/2006/main">
            <a:pathLst>
              <a:path w="150495" h="78105">
                <a:moveTo>
                  <a:pt x="75247" y="0"/>
                </a:moveTo>
                <a:lnTo>
                  <a:pt x="150495" y="39052"/>
                </a:lnTo>
                <a:lnTo>
                  <a:pt x="75247" y="78105"/>
                </a:lnTo>
                <a:lnTo>
                  <a:pt x="0" y="39052"/>
                </a:lnTo>
                <a:close/>
              </a:path>
            </a:pathLst>
          </a:custGeom>
          <a:solidFill xmlns:a="http://schemas.openxmlformats.org/drawingml/2006/main">
            <a:srgbClr val="218A83"/>
          </a:solidFill>
          <a:ln xmlns:a="http://schemas.openxmlformats.org/drawingml/2006/main" w="7620">
            <a:solidFill>
              <a:srgbClr val="218A83"/>
            </a:solidFill>
          </a:ln>
        </p:spPr>
      </p:sp>
      <p:sp>
        <p:nvSpPr>
          <p:cNvPr id="48" name="path-46">
            <a:extLst xmlns:a="http://schemas.openxmlformats.org/drawingml/2006/main">
              <a:ext uri="{FF2B5EF4-FFF2-40B4-BE49-F238E27FC236}">
                <a16:creationId xmlns:a16="http://schemas.microsoft.com/office/drawing/2014/main" id="{222BB8B2-4D30-429E-A187-75FB3C9D3B92}"/>
              </a:ext>
            </a:extLst>
          </p:cNvPr>
          <p:cNvSpPr>
            <a:spLocks xmlns:a="http://schemas.openxmlformats.org/drawingml/2006/main" noGrp="1"/>
          </p:cNvSpPr>
          <p:nvPr/>
        </p:nvSpPr>
        <p:spPr>
          <a:xfrm xmlns:a="http://schemas.openxmlformats.org/drawingml/2006/main">
            <a:off x="4630103" y="1403985"/>
            <a:ext cx="150495" cy="78105"/>
          </a:xfrm>
          <a:custGeom xmlns:a="http://schemas.openxmlformats.org/drawingml/2006/main">
            <a:pathLst>
              <a:path w="150495" h="78105">
                <a:moveTo>
                  <a:pt x="75247" y="0"/>
                </a:moveTo>
                <a:lnTo>
                  <a:pt x="150495" y="39052"/>
                </a:lnTo>
                <a:lnTo>
                  <a:pt x="75247" y="78105"/>
                </a:lnTo>
                <a:lnTo>
                  <a:pt x="0" y="39052"/>
                </a:lnTo>
                <a:close/>
              </a:path>
            </a:pathLst>
          </a:custGeom>
          <a:solidFill xmlns:a="http://schemas.openxmlformats.org/drawingml/2006/main">
            <a:srgbClr val="218A83"/>
          </a:solidFill>
          <a:ln xmlns:a="http://schemas.openxmlformats.org/drawingml/2006/main" w="7620">
            <a:solidFill>
              <a:srgbClr val="218A83"/>
            </a:solidFill>
          </a:ln>
        </p:spPr>
      </p:sp>
      <p:sp>
        <p:nvSpPr>
          <p:cNvPr id="49" name="path-47">
            <a:extLst xmlns:a="http://schemas.openxmlformats.org/drawingml/2006/main">
              <a:ext uri="{FF2B5EF4-FFF2-40B4-BE49-F238E27FC236}">
                <a16:creationId xmlns:a16="http://schemas.microsoft.com/office/drawing/2014/main" id="{456D2638-61C2-4619-8E33-3A3090A5F63D}"/>
              </a:ext>
            </a:extLst>
          </p:cNvPr>
          <p:cNvSpPr>
            <a:spLocks xmlns:a="http://schemas.openxmlformats.org/drawingml/2006/main" noGrp="1"/>
          </p:cNvSpPr>
          <p:nvPr/>
        </p:nvSpPr>
        <p:spPr>
          <a:xfrm xmlns:a="http://schemas.openxmlformats.org/drawingml/2006/main">
            <a:off x="5125403" y="1280160"/>
            <a:ext cx="150495" cy="78105"/>
          </a:xfrm>
          <a:custGeom xmlns:a="http://schemas.openxmlformats.org/drawingml/2006/main">
            <a:pathLst>
              <a:path w="150495" h="78105">
                <a:moveTo>
                  <a:pt x="75247" y="0"/>
                </a:moveTo>
                <a:lnTo>
                  <a:pt x="150495" y="39052"/>
                </a:lnTo>
                <a:lnTo>
                  <a:pt x="75247" y="78105"/>
                </a:lnTo>
                <a:lnTo>
                  <a:pt x="0" y="39052"/>
                </a:lnTo>
                <a:close/>
              </a:path>
            </a:pathLst>
          </a:custGeom>
          <a:solidFill xmlns:a="http://schemas.openxmlformats.org/drawingml/2006/main">
            <a:srgbClr val="218A83"/>
          </a:solidFill>
          <a:ln xmlns:a="http://schemas.openxmlformats.org/drawingml/2006/main" w="7620">
            <a:solidFill>
              <a:srgbClr val="218A83"/>
            </a:solidFill>
          </a:ln>
        </p:spPr>
      </p:sp>
      <p:sp>
        <p:nvSpPr>
          <p:cNvPr id="50" name="path-48">
            <a:extLst xmlns:a="http://schemas.openxmlformats.org/drawingml/2006/main">
              <a:ext uri="{FF2B5EF4-FFF2-40B4-BE49-F238E27FC236}">
                <a16:creationId xmlns:a16="http://schemas.microsoft.com/office/drawing/2014/main" id="{A066A1A4-6846-404D-8E02-CEA5548DA872}"/>
              </a:ext>
            </a:extLst>
          </p:cNvPr>
          <p:cNvSpPr>
            <a:spLocks xmlns:a="http://schemas.openxmlformats.org/drawingml/2006/main" noGrp="1"/>
          </p:cNvSpPr>
          <p:nvPr/>
        </p:nvSpPr>
        <p:spPr>
          <a:xfrm xmlns:a="http://schemas.openxmlformats.org/drawingml/2006/main">
            <a:off x="5001578" y="1342073"/>
            <a:ext cx="150495" cy="78105"/>
          </a:xfrm>
          <a:custGeom xmlns:a="http://schemas.openxmlformats.org/drawingml/2006/main">
            <a:pathLst>
              <a:path w="150495" h="78105">
                <a:moveTo>
                  <a:pt x="75247" y="0"/>
                </a:moveTo>
                <a:lnTo>
                  <a:pt x="150495" y="39052"/>
                </a:lnTo>
                <a:lnTo>
                  <a:pt x="75247" y="78105"/>
                </a:lnTo>
                <a:lnTo>
                  <a:pt x="0" y="39052"/>
                </a:lnTo>
                <a:close/>
              </a:path>
            </a:pathLst>
          </a:custGeom>
          <a:solidFill xmlns:a="http://schemas.openxmlformats.org/drawingml/2006/main">
            <a:srgbClr val="218A83"/>
          </a:solidFill>
          <a:ln xmlns:a="http://schemas.openxmlformats.org/drawingml/2006/main" w="7620">
            <a:solidFill>
              <a:srgbClr val="218A83"/>
            </a:solidFill>
          </a:ln>
        </p:spPr>
      </p:sp>
      <p:sp>
        <p:nvSpPr>
          <p:cNvPr id="51" name="path-49">
            <a:extLst xmlns:a="http://schemas.openxmlformats.org/drawingml/2006/main">
              <a:ext uri="{FF2B5EF4-FFF2-40B4-BE49-F238E27FC236}">
                <a16:creationId xmlns:a16="http://schemas.microsoft.com/office/drawing/2014/main" id="{9ADD53C7-7CF9-46D3-9E4D-CB38CA8C125F}"/>
              </a:ext>
            </a:extLst>
          </p:cNvPr>
          <p:cNvSpPr>
            <a:spLocks xmlns:a="http://schemas.openxmlformats.org/drawingml/2006/main" noGrp="1"/>
          </p:cNvSpPr>
          <p:nvPr/>
        </p:nvSpPr>
        <p:spPr>
          <a:xfrm xmlns:a="http://schemas.openxmlformats.org/drawingml/2006/main">
            <a:off x="4877753" y="1403985"/>
            <a:ext cx="150495" cy="78105"/>
          </a:xfrm>
          <a:custGeom xmlns:a="http://schemas.openxmlformats.org/drawingml/2006/main">
            <a:pathLst>
              <a:path w="150495" h="78105">
                <a:moveTo>
                  <a:pt x="75247" y="0"/>
                </a:moveTo>
                <a:lnTo>
                  <a:pt x="150495" y="39052"/>
                </a:lnTo>
                <a:lnTo>
                  <a:pt x="75247" y="78105"/>
                </a:lnTo>
                <a:lnTo>
                  <a:pt x="0" y="39052"/>
                </a:lnTo>
                <a:close/>
              </a:path>
            </a:pathLst>
          </a:custGeom>
          <a:solidFill xmlns:a="http://schemas.openxmlformats.org/drawingml/2006/main">
            <a:srgbClr val="218A83"/>
          </a:solidFill>
          <a:ln xmlns:a="http://schemas.openxmlformats.org/drawingml/2006/main" w="7620">
            <a:solidFill>
              <a:srgbClr val="218A83"/>
            </a:solidFill>
          </a:ln>
        </p:spPr>
      </p:sp>
      <p:sp>
        <p:nvSpPr>
          <p:cNvPr id="52" name="path-50">
            <a:extLst xmlns:a="http://schemas.openxmlformats.org/drawingml/2006/main">
              <a:ext uri="{FF2B5EF4-FFF2-40B4-BE49-F238E27FC236}">
                <a16:creationId xmlns:a16="http://schemas.microsoft.com/office/drawing/2014/main" id="{4C91293E-930A-4110-ABDF-FA63E0B665E5}"/>
              </a:ext>
            </a:extLst>
          </p:cNvPr>
          <p:cNvSpPr>
            <a:spLocks xmlns:a="http://schemas.openxmlformats.org/drawingml/2006/main" noGrp="1"/>
          </p:cNvSpPr>
          <p:nvPr/>
        </p:nvSpPr>
        <p:spPr>
          <a:xfrm xmlns:a="http://schemas.openxmlformats.org/drawingml/2006/main">
            <a:off x="4753928" y="1465898"/>
            <a:ext cx="150495" cy="78105"/>
          </a:xfrm>
          <a:custGeom xmlns:a="http://schemas.openxmlformats.org/drawingml/2006/main">
            <a:pathLst>
              <a:path w="150495" h="78105">
                <a:moveTo>
                  <a:pt x="75247" y="0"/>
                </a:moveTo>
                <a:lnTo>
                  <a:pt x="150495" y="39052"/>
                </a:lnTo>
                <a:lnTo>
                  <a:pt x="75247" y="78105"/>
                </a:lnTo>
                <a:lnTo>
                  <a:pt x="0" y="39052"/>
                </a:lnTo>
                <a:close/>
              </a:path>
            </a:pathLst>
          </a:custGeom>
          <a:solidFill xmlns:a="http://schemas.openxmlformats.org/drawingml/2006/main">
            <a:srgbClr val="218A83"/>
          </a:solidFill>
          <a:ln xmlns:a="http://schemas.openxmlformats.org/drawingml/2006/main" w="7620">
            <a:solidFill>
              <a:srgbClr val="218A83"/>
            </a:solidFill>
          </a:ln>
        </p:spPr>
      </p:sp>
      <p:sp>
        <p:nvSpPr>
          <p:cNvPr id="53" name="path-51">
            <a:extLst xmlns:a="http://schemas.openxmlformats.org/drawingml/2006/main">
              <a:ext uri="{FF2B5EF4-FFF2-40B4-BE49-F238E27FC236}">
                <a16:creationId xmlns:a16="http://schemas.microsoft.com/office/drawing/2014/main" id="{8FD3B82E-0BD6-4044-BF65-4C9F33020126}"/>
              </a:ext>
            </a:extLst>
          </p:cNvPr>
          <p:cNvSpPr>
            <a:spLocks xmlns:a="http://schemas.openxmlformats.org/drawingml/2006/main" noGrp="1"/>
          </p:cNvSpPr>
          <p:nvPr/>
        </p:nvSpPr>
        <p:spPr>
          <a:xfrm xmlns:a="http://schemas.openxmlformats.org/drawingml/2006/main">
            <a:off x="5249228" y="1342073"/>
            <a:ext cx="150495" cy="78105"/>
          </a:xfrm>
          <a:custGeom xmlns:a="http://schemas.openxmlformats.org/drawingml/2006/main">
            <a:pathLst>
              <a:path w="150495" h="78105">
                <a:moveTo>
                  <a:pt x="75247" y="0"/>
                </a:moveTo>
                <a:lnTo>
                  <a:pt x="150495" y="39052"/>
                </a:lnTo>
                <a:lnTo>
                  <a:pt x="75247" y="78105"/>
                </a:lnTo>
                <a:lnTo>
                  <a:pt x="0" y="39052"/>
                </a:lnTo>
                <a:close/>
              </a:path>
            </a:pathLst>
          </a:custGeom>
          <a:solidFill xmlns:a="http://schemas.openxmlformats.org/drawingml/2006/main">
            <a:srgbClr val="218A83"/>
          </a:solidFill>
          <a:ln xmlns:a="http://schemas.openxmlformats.org/drawingml/2006/main" w="7620">
            <a:solidFill>
              <a:srgbClr val="218A83"/>
            </a:solidFill>
          </a:ln>
        </p:spPr>
      </p:sp>
      <p:sp>
        <p:nvSpPr>
          <p:cNvPr id="54" name="path-52">
            <a:extLst xmlns:a="http://schemas.openxmlformats.org/drawingml/2006/main">
              <a:ext uri="{FF2B5EF4-FFF2-40B4-BE49-F238E27FC236}">
                <a16:creationId xmlns:a16="http://schemas.microsoft.com/office/drawing/2014/main" id="{5D3998D4-5FA7-4DCC-A15C-8BE581D69549}"/>
              </a:ext>
            </a:extLst>
          </p:cNvPr>
          <p:cNvSpPr>
            <a:spLocks xmlns:a="http://schemas.openxmlformats.org/drawingml/2006/main" noGrp="1"/>
          </p:cNvSpPr>
          <p:nvPr/>
        </p:nvSpPr>
        <p:spPr>
          <a:xfrm xmlns:a="http://schemas.openxmlformats.org/drawingml/2006/main">
            <a:off x="5125403" y="1403985"/>
            <a:ext cx="150495" cy="78105"/>
          </a:xfrm>
          <a:custGeom xmlns:a="http://schemas.openxmlformats.org/drawingml/2006/main">
            <a:pathLst>
              <a:path w="150495" h="78105">
                <a:moveTo>
                  <a:pt x="75247" y="0"/>
                </a:moveTo>
                <a:lnTo>
                  <a:pt x="150495" y="39052"/>
                </a:lnTo>
                <a:lnTo>
                  <a:pt x="75247" y="78105"/>
                </a:lnTo>
                <a:lnTo>
                  <a:pt x="0" y="39052"/>
                </a:lnTo>
                <a:close/>
              </a:path>
            </a:pathLst>
          </a:custGeom>
          <a:solidFill xmlns:a="http://schemas.openxmlformats.org/drawingml/2006/main">
            <a:srgbClr val="218A83"/>
          </a:solidFill>
          <a:ln xmlns:a="http://schemas.openxmlformats.org/drawingml/2006/main" w="7620">
            <a:solidFill>
              <a:srgbClr val="218A83"/>
            </a:solidFill>
          </a:ln>
        </p:spPr>
      </p:sp>
      <p:sp>
        <p:nvSpPr>
          <p:cNvPr id="55" name="path-53">
            <a:extLst xmlns:a="http://schemas.openxmlformats.org/drawingml/2006/main">
              <a:ext uri="{FF2B5EF4-FFF2-40B4-BE49-F238E27FC236}">
                <a16:creationId xmlns:a16="http://schemas.microsoft.com/office/drawing/2014/main" id="{E41F2C7F-69B6-4117-A9EF-F12E7807552B}"/>
              </a:ext>
            </a:extLst>
          </p:cNvPr>
          <p:cNvSpPr>
            <a:spLocks xmlns:a="http://schemas.openxmlformats.org/drawingml/2006/main" noGrp="1"/>
          </p:cNvSpPr>
          <p:nvPr/>
        </p:nvSpPr>
        <p:spPr>
          <a:xfrm xmlns:a="http://schemas.openxmlformats.org/drawingml/2006/main">
            <a:off x="5001578" y="1465898"/>
            <a:ext cx="150495" cy="78105"/>
          </a:xfrm>
          <a:custGeom xmlns:a="http://schemas.openxmlformats.org/drawingml/2006/main">
            <a:pathLst>
              <a:path w="150495" h="78105">
                <a:moveTo>
                  <a:pt x="75247" y="0"/>
                </a:moveTo>
                <a:lnTo>
                  <a:pt x="150495" y="39052"/>
                </a:lnTo>
                <a:lnTo>
                  <a:pt x="75247" y="78105"/>
                </a:lnTo>
                <a:lnTo>
                  <a:pt x="0" y="39052"/>
                </a:lnTo>
                <a:close/>
              </a:path>
            </a:pathLst>
          </a:custGeom>
          <a:solidFill xmlns:a="http://schemas.openxmlformats.org/drawingml/2006/main">
            <a:srgbClr val="218A83"/>
          </a:solidFill>
          <a:ln xmlns:a="http://schemas.openxmlformats.org/drawingml/2006/main" w="7620">
            <a:solidFill>
              <a:srgbClr val="218A83"/>
            </a:solidFill>
          </a:ln>
        </p:spPr>
      </p:sp>
      <p:sp>
        <p:nvSpPr>
          <p:cNvPr id="56" name="path-54">
            <a:extLst xmlns:a="http://schemas.openxmlformats.org/drawingml/2006/main">
              <a:ext uri="{FF2B5EF4-FFF2-40B4-BE49-F238E27FC236}">
                <a16:creationId xmlns:a16="http://schemas.microsoft.com/office/drawing/2014/main" id="{80547306-40C9-494B-907B-87D33FA97300}"/>
              </a:ext>
            </a:extLst>
          </p:cNvPr>
          <p:cNvSpPr>
            <a:spLocks xmlns:a="http://schemas.openxmlformats.org/drawingml/2006/main" noGrp="1"/>
          </p:cNvSpPr>
          <p:nvPr/>
        </p:nvSpPr>
        <p:spPr>
          <a:xfrm xmlns:a="http://schemas.openxmlformats.org/drawingml/2006/main">
            <a:off x="4877753" y="1527810"/>
            <a:ext cx="150495" cy="78105"/>
          </a:xfrm>
          <a:custGeom xmlns:a="http://schemas.openxmlformats.org/drawingml/2006/main">
            <a:pathLst>
              <a:path w="150495" h="78105">
                <a:moveTo>
                  <a:pt x="75247" y="0"/>
                </a:moveTo>
                <a:lnTo>
                  <a:pt x="150495" y="39052"/>
                </a:lnTo>
                <a:lnTo>
                  <a:pt x="75247" y="78105"/>
                </a:lnTo>
                <a:lnTo>
                  <a:pt x="0" y="39052"/>
                </a:lnTo>
                <a:close/>
              </a:path>
            </a:pathLst>
          </a:custGeom>
          <a:solidFill xmlns:a="http://schemas.openxmlformats.org/drawingml/2006/main">
            <a:srgbClr val="218A83"/>
          </a:solidFill>
          <a:ln xmlns:a="http://schemas.openxmlformats.org/drawingml/2006/main" w="7620">
            <a:solidFill>
              <a:srgbClr val="218A83"/>
            </a:solidFill>
          </a:ln>
        </p:spPr>
      </p:sp>
      <p:sp>
        <p:nvSpPr>
          <p:cNvPr id="57" name="path-55">
            <a:extLst xmlns:a="http://schemas.openxmlformats.org/drawingml/2006/main">
              <a:ext uri="{FF2B5EF4-FFF2-40B4-BE49-F238E27FC236}">
                <a16:creationId xmlns:a16="http://schemas.microsoft.com/office/drawing/2014/main" id="{86519420-1A23-49B6-BAE7-0546FAE15B94}"/>
              </a:ext>
            </a:extLst>
          </p:cNvPr>
          <p:cNvSpPr>
            <a:spLocks xmlns:a="http://schemas.openxmlformats.org/drawingml/2006/main" noGrp="1"/>
          </p:cNvSpPr>
          <p:nvPr/>
        </p:nvSpPr>
        <p:spPr>
          <a:xfrm xmlns:a="http://schemas.openxmlformats.org/drawingml/2006/main">
            <a:off x="5373053" y="1403985"/>
            <a:ext cx="150495" cy="78105"/>
          </a:xfrm>
          <a:custGeom xmlns:a="http://schemas.openxmlformats.org/drawingml/2006/main">
            <a:pathLst>
              <a:path w="150495" h="78105">
                <a:moveTo>
                  <a:pt x="75247" y="0"/>
                </a:moveTo>
                <a:lnTo>
                  <a:pt x="150495" y="39052"/>
                </a:lnTo>
                <a:lnTo>
                  <a:pt x="75247" y="78105"/>
                </a:lnTo>
                <a:lnTo>
                  <a:pt x="0" y="39052"/>
                </a:lnTo>
                <a:close/>
              </a:path>
            </a:pathLst>
          </a:custGeom>
          <a:solidFill xmlns:a="http://schemas.openxmlformats.org/drawingml/2006/main">
            <a:srgbClr val="218A83"/>
          </a:solidFill>
          <a:ln xmlns:a="http://schemas.openxmlformats.org/drawingml/2006/main" w="7620">
            <a:solidFill>
              <a:srgbClr val="218A83"/>
            </a:solidFill>
          </a:ln>
        </p:spPr>
      </p:sp>
      <p:sp>
        <p:nvSpPr>
          <p:cNvPr id="58" name="path-56">
            <a:extLst xmlns:a="http://schemas.openxmlformats.org/drawingml/2006/main">
              <a:ext uri="{FF2B5EF4-FFF2-40B4-BE49-F238E27FC236}">
                <a16:creationId xmlns:a16="http://schemas.microsoft.com/office/drawing/2014/main" id="{DF9019EF-EEEC-4AEF-8B1D-AF0B4644665D}"/>
              </a:ext>
            </a:extLst>
          </p:cNvPr>
          <p:cNvSpPr>
            <a:spLocks xmlns:a="http://schemas.openxmlformats.org/drawingml/2006/main" noGrp="1"/>
          </p:cNvSpPr>
          <p:nvPr/>
        </p:nvSpPr>
        <p:spPr>
          <a:xfrm xmlns:a="http://schemas.openxmlformats.org/drawingml/2006/main">
            <a:off x="5249228" y="1465898"/>
            <a:ext cx="150495" cy="78105"/>
          </a:xfrm>
          <a:custGeom xmlns:a="http://schemas.openxmlformats.org/drawingml/2006/main">
            <a:pathLst>
              <a:path w="150495" h="78105">
                <a:moveTo>
                  <a:pt x="75247" y="0"/>
                </a:moveTo>
                <a:lnTo>
                  <a:pt x="150495" y="39052"/>
                </a:lnTo>
                <a:lnTo>
                  <a:pt x="75247" y="78105"/>
                </a:lnTo>
                <a:lnTo>
                  <a:pt x="0" y="39052"/>
                </a:lnTo>
                <a:close/>
              </a:path>
            </a:pathLst>
          </a:custGeom>
          <a:solidFill xmlns:a="http://schemas.openxmlformats.org/drawingml/2006/main">
            <a:srgbClr val="218A83"/>
          </a:solidFill>
          <a:ln xmlns:a="http://schemas.openxmlformats.org/drawingml/2006/main" w="7620">
            <a:solidFill>
              <a:srgbClr val="218A83"/>
            </a:solidFill>
          </a:ln>
        </p:spPr>
      </p:sp>
      <p:sp>
        <p:nvSpPr>
          <p:cNvPr id="59" name="path-57">
            <a:extLst xmlns:a="http://schemas.openxmlformats.org/drawingml/2006/main">
              <a:ext uri="{FF2B5EF4-FFF2-40B4-BE49-F238E27FC236}">
                <a16:creationId xmlns:a16="http://schemas.microsoft.com/office/drawing/2014/main" id="{C10F4540-ADDC-441B-97F4-75C3B748127E}"/>
              </a:ext>
            </a:extLst>
          </p:cNvPr>
          <p:cNvSpPr>
            <a:spLocks xmlns:a="http://schemas.openxmlformats.org/drawingml/2006/main" noGrp="1"/>
          </p:cNvSpPr>
          <p:nvPr/>
        </p:nvSpPr>
        <p:spPr>
          <a:xfrm xmlns:a="http://schemas.openxmlformats.org/drawingml/2006/main">
            <a:off x="5125403" y="1527810"/>
            <a:ext cx="150495" cy="78105"/>
          </a:xfrm>
          <a:custGeom xmlns:a="http://schemas.openxmlformats.org/drawingml/2006/main">
            <a:pathLst>
              <a:path w="150495" h="78105">
                <a:moveTo>
                  <a:pt x="75247" y="0"/>
                </a:moveTo>
                <a:lnTo>
                  <a:pt x="150495" y="39052"/>
                </a:lnTo>
                <a:lnTo>
                  <a:pt x="75247" y="78105"/>
                </a:lnTo>
                <a:lnTo>
                  <a:pt x="0" y="39052"/>
                </a:lnTo>
                <a:close/>
              </a:path>
            </a:pathLst>
          </a:custGeom>
          <a:solidFill xmlns:a="http://schemas.openxmlformats.org/drawingml/2006/main">
            <a:srgbClr val="218A83"/>
          </a:solidFill>
          <a:ln xmlns:a="http://schemas.openxmlformats.org/drawingml/2006/main" w="7620">
            <a:solidFill>
              <a:srgbClr val="218A83"/>
            </a:solidFill>
          </a:ln>
        </p:spPr>
      </p:sp>
      <p:sp>
        <p:nvSpPr>
          <p:cNvPr id="60" name="path-58">
            <a:extLst xmlns:a="http://schemas.openxmlformats.org/drawingml/2006/main">
              <a:ext uri="{FF2B5EF4-FFF2-40B4-BE49-F238E27FC236}">
                <a16:creationId xmlns:a16="http://schemas.microsoft.com/office/drawing/2014/main" id="{5DA5A6F6-CE56-479D-99A9-6CFDF0337949}"/>
              </a:ext>
            </a:extLst>
          </p:cNvPr>
          <p:cNvSpPr>
            <a:spLocks xmlns:a="http://schemas.openxmlformats.org/drawingml/2006/main" noGrp="1"/>
          </p:cNvSpPr>
          <p:nvPr/>
        </p:nvSpPr>
        <p:spPr>
          <a:xfrm xmlns:a="http://schemas.openxmlformats.org/drawingml/2006/main">
            <a:off x="5001578" y="1589723"/>
            <a:ext cx="150495" cy="78105"/>
          </a:xfrm>
          <a:custGeom xmlns:a="http://schemas.openxmlformats.org/drawingml/2006/main">
            <a:pathLst>
              <a:path w="150495" h="78105">
                <a:moveTo>
                  <a:pt x="75247" y="0"/>
                </a:moveTo>
                <a:lnTo>
                  <a:pt x="150495" y="39052"/>
                </a:lnTo>
                <a:lnTo>
                  <a:pt x="75247" y="78105"/>
                </a:lnTo>
                <a:lnTo>
                  <a:pt x="0" y="39052"/>
                </a:lnTo>
                <a:close/>
              </a:path>
            </a:pathLst>
          </a:custGeom>
          <a:solidFill xmlns:a="http://schemas.openxmlformats.org/drawingml/2006/main">
            <a:srgbClr val="218A83"/>
          </a:solidFill>
          <a:ln xmlns:a="http://schemas.openxmlformats.org/drawingml/2006/main" w="7620">
            <a:solidFill>
              <a:srgbClr val="218A83"/>
            </a:solidFill>
          </a:ln>
        </p:spPr>
      </p:sp>
      <p:sp>
        <p:nvSpPr>
          <p:cNvPr id="61" name="vector-59">
            <a:extLst xmlns:a="http://schemas.openxmlformats.org/drawingml/2006/main">
              <a:ext uri="{FF2B5EF4-FFF2-40B4-BE49-F238E27FC236}">
                <a16:creationId xmlns:a16="http://schemas.microsoft.com/office/drawing/2014/main" id="{677CF44A-7D0B-4B96-A329-64C3F75988F1}"/>
              </a:ext>
            </a:extLst>
          </p:cNvPr>
          <p:cNvSpPr>
            <a:spLocks xmlns:a="http://schemas.openxmlformats.org/drawingml/2006/main" noGrp="1"/>
          </p:cNvSpPr>
          <p:nvPr/>
        </p:nvSpPr>
        <p:spPr>
          <a:xfrm xmlns:a="http://schemas.openxmlformats.org/drawingml/2006/main">
            <a:off x="5676900" y="1209675"/>
            <a:ext cx="133350" cy="1143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4288">
            <a:solidFill>
              <a:srgbClr val="747E8A"/>
            </a:solidFill>
          </a:ln>
        </p:spPr>
      </p:sp>
      <p:sp>
        <p:nvSpPr>
          <p:cNvPr id="62" name="path-60">
            <a:extLst xmlns:a="http://schemas.openxmlformats.org/drawingml/2006/main">
              <a:ext uri="{FF2B5EF4-FFF2-40B4-BE49-F238E27FC236}">
                <a16:creationId xmlns:a16="http://schemas.microsoft.com/office/drawing/2014/main" id="{9E7FABD8-3E2B-4989-8D39-C3F336AD9BE4}"/>
              </a:ext>
            </a:extLst>
          </p:cNvPr>
          <p:cNvSpPr>
            <a:spLocks xmlns:a="http://schemas.openxmlformats.org/drawingml/2006/main" noGrp="1"/>
          </p:cNvSpPr>
          <p:nvPr/>
        </p:nvSpPr>
        <p:spPr>
          <a:xfrm xmlns:a="http://schemas.openxmlformats.org/drawingml/2006/main">
            <a:off x="5695950" y="1114425"/>
            <a:ext cx="95250" cy="95250"/>
          </a:xfrm>
          <a:custGeom xmlns:a="http://schemas.openxmlformats.org/drawingml/2006/main">
            <a:pathLst>
              <a:path w="95250" h="95250">
                <a:moveTo>
                  <a:pt x="0" y="95250"/>
                </a:moveTo>
                <a:lnTo>
                  <a:pt x="0" y="28575"/>
                </a:lnTo>
                <a:lnTo>
                  <a:pt x="47625" y="0"/>
                </a:lnTo>
                <a:lnTo>
                  <a:pt x="95250" y="28575"/>
                </a:lnTo>
                <a:lnTo>
                  <a:pt x="95250" y="95250"/>
                </a:lnTo>
              </a:path>
            </a:pathLst>
          </a:custGeom>
          <a:noFill xmlns:a="http://schemas.openxmlformats.org/drawingml/2006/main"/>
          <a:ln xmlns:a="http://schemas.openxmlformats.org/drawingml/2006/main" w="14288">
            <a:solidFill>
              <a:srgbClr val="747E8A"/>
            </a:solidFill>
          </a:ln>
        </p:spPr>
      </p:sp>
      <p:sp>
        <p:nvSpPr>
          <p:cNvPr id="63" name="vector-61">
            <a:extLst xmlns:a="http://schemas.openxmlformats.org/drawingml/2006/main">
              <a:ext uri="{FF2B5EF4-FFF2-40B4-BE49-F238E27FC236}">
                <a16:creationId xmlns:a16="http://schemas.microsoft.com/office/drawing/2014/main" id="{3D809B51-5C2F-4878-A445-646F46F99729}"/>
              </a:ext>
            </a:extLst>
          </p:cNvPr>
          <p:cNvSpPr>
            <a:spLocks xmlns:a="http://schemas.openxmlformats.org/drawingml/2006/main" noGrp="1"/>
          </p:cNvSpPr>
          <p:nvPr/>
        </p:nvSpPr>
        <p:spPr>
          <a:xfrm xmlns:a="http://schemas.openxmlformats.org/drawingml/2006/main">
            <a:off x="4086225" y="2171700"/>
            <a:ext cx="205740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a:solidFill>
                  <a:srgbClr val="218A83"/>
                </a:solidFill>
                <a:latin typeface="Arial"/>
                <a:ea typeface="Arial"/>
                <a:cs typeface="Arial"/>
              </a:defRPr>
            </a:pPr>
            <a:r>
              <a:rPr sz="1950" b="1">
                <a:solidFill>
                  <a:srgbClr val="218A83"/>
                </a:solidFill>
                <a:latin typeface="Arial"/>
                <a:ea typeface="Arial"/>
                <a:cs typeface="Arial"/>
              </a:rPr>
              <a:t>PubMedBERT</a:t>
            </a:r>
          </a:p>
        </p:txBody>
      </p:sp>
      <p:sp>
        <p:nvSpPr>
          <p:cNvPr id="64" name="vector-62">
            <a:extLst xmlns:a="http://schemas.openxmlformats.org/drawingml/2006/main">
              <a:ext uri="{FF2B5EF4-FFF2-40B4-BE49-F238E27FC236}">
                <a16:creationId xmlns:a16="http://schemas.microsoft.com/office/drawing/2014/main" id="{D3302EFD-448D-4D05-97E9-BC8A067E4878}"/>
              </a:ext>
            </a:extLst>
          </p:cNvPr>
          <p:cNvSpPr>
            <a:spLocks xmlns:a="http://schemas.openxmlformats.org/drawingml/2006/main" noGrp="1"/>
          </p:cNvSpPr>
          <p:nvPr/>
        </p:nvSpPr>
        <p:spPr>
          <a:xfrm xmlns:a="http://schemas.openxmlformats.org/drawingml/2006/main">
            <a:off x="4057650" y="2514600"/>
            <a:ext cx="723900"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a:solidFill>
                  <a:srgbClr val="B67F38"/>
                </a:solidFill>
                <a:latin typeface="Arial"/>
                <a:ea typeface="Arial"/>
                <a:cs typeface="Arial"/>
              </a:defRPr>
            </a:pPr>
            <a:r>
              <a:rPr sz="1575" b="1">
                <a:solidFill>
                  <a:srgbClr val="B67F38"/>
                </a:solidFill>
                <a:latin typeface="Arial"/>
                <a:ea typeface="Arial"/>
                <a:cs typeface="Arial"/>
              </a:rPr>
              <a:t>LoRA</a:t>
            </a:r>
          </a:p>
        </p:txBody>
      </p:sp>
      <p:sp>
        <p:nvSpPr>
          <p:cNvPr id="65" name="vector-63">
            <a:extLst xmlns:a="http://schemas.openxmlformats.org/drawingml/2006/main">
              <a:ext uri="{FF2B5EF4-FFF2-40B4-BE49-F238E27FC236}">
                <a16:creationId xmlns:a16="http://schemas.microsoft.com/office/drawing/2014/main" id="{D1531FCC-C77A-4188-B2C3-6515C69152C5}"/>
              </a:ext>
            </a:extLst>
          </p:cNvPr>
          <p:cNvSpPr>
            <a:spLocks xmlns:a="http://schemas.openxmlformats.org/drawingml/2006/main" noGrp="1"/>
          </p:cNvSpPr>
          <p:nvPr/>
        </p:nvSpPr>
        <p:spPr>
          <a:xfrm xmlns:a="http://schemas.openxmlformats.org/drawingml/2006/main">
            <a:off x="4895850" y="2524125"/>
            <a:ext cx="228600" cy="228600"/>
          </a:xfrm>
          <a:prstGeom xmlns:a="http://schemas.openxmlformats.org/drawingml/2006/main" prst="ellipse">
            <a:avLst/>
          </a:prstGeom>
          <a:solidFill xmlns:a="http://schemas.openxmlformats.org/drawingml/2006/main">
            <a:srgbClr val="FBF4EA"/>
          </a:solidFill>
          <a:ln xmlns:a="http://schemas.openxmlformats.org/drawingml/2006/main" w="15240">
            <a:solidFill>
              <a:srgbClr val="B67F38"/>
            </a:solidFill>
          </a:ln>
        </p:spPr>
      </p:sp>
      <p:sp>
        <p:nvSpPr>
          <p:cNvPr id="66" name="vector-64">
            <a:extLst xmlns:a="http://schemas.openxmlformats.org/drawingml/2006/main">
              <a:ext uri="{FF2B5EF4-FFF2-40B4-BE49-F238E27FC236}">
                <a16:creationId xmlns:a16="http://schemas.microsoft.com/office/drawing/2014/main" id="{D1A2DF7F-7FDB-4B3B-960F-56BB09F16FCF}"/>
              </a:ext>
            </a:extLst>
          </p:cNvPr>
          <p:cNvSpPr>
            <a:spLocks xmlns:a="http://schemas.openxmlformats.org/drawingml/2006/main" noGrp="1"/>
          </p:cNvSpPr>
          <p:nvPr/>
        </p:nvSpPr>
        <p:spPr>
          <a:xfrm xmlns:a="http://schemas.openxmlformats.org/drawingml/2006/main">
            <a:off x="4895850" y="2533650"/>
            <a:ext cx="228600" cy="2095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1">
                <a:solidFill>
                  <a:srgbClr val="B67F38"/>
                </a:solidFill>
                <a:latin typeface="Arial"/>
                <a:ea typeface="Arial"/>
                <a:cs typeface="Arial"/>
              </a:defRPr>
            </a:pPr>
            <a:r>
              <a:rPr sz="1200" b="1">
                <a:solidFill>
                  <a:srgbClr val="B67F38"/>
                </a:solidFill>
                <a:latin typeface="Arial"/>
                <a:ea typeface="Arial"/>
                <a:cs typeface="Arial"/>
              </a:rPr>
              <a:t>Q</a:t>
            </a:r>
          </a:p>
        </p:txBody>
      </p:sp>
      <p:sp>
        <p:nvSpPr>
          <p:cNvPr id="67" name="vector-65">
            <a:extLst xmlns:a="http://schemas.openxmlformats.org/drawingml/2006/main">
              <a:ext uri="{FF2B5EF4-FFF2-40B4-BE49-F238E27FC236}">
                <a16:creationId xmlns:a16="http://schemas.microsoft.com/office/drawing/2014/main" id="{A2B79AFA-475E-47C1-B05E-09BFEEBFAB05}"/>
              </a:ext>
            </a:extLst>
          </p:cNvPr>
          <p:cNvSpPr>
            <a:spLocks xmlns:a="http://schemas.openxmlformats.org/drawingml/2006/main" noGrp="1"/>
          </p:cNvSpPr>
          <p:nvPr/>
        </p:nvSpPr>
        <p:spPr>
          <a:xfrm xmlns:a="http://schemas.openxmlformats.org/drawingml/2006/main">
            <a:off x="5210175" y="2524125"/>
            <a:ext cx="228600" cy="228600"/>
          </a:xfrm>
          <a:prstGeom xmlns:a="http://schemas.openxmlformats.org/drawingml/2006/main" prst="ellipse">
            <a:avLst/>
          </a:prstGeom>
          <a:solidFill xmlns:a="http://schemas.openxmlformats.org/drawingml/2006/main">
            <a:srgbClr val="FBF4EA"/>
          </a:solidFill>
          <a:ln xmlns:a="http://schemas.openxmlformats.org/drawingml/2006/main" w="15240">
            <a:solidFill>
              <a:srgbClr val="B67F38"/>
            </a:solidFill>
          </a:ln>
        </p:spPr>
      </p:sp>
      <p:sp>
        <p:nvSpPr>
          <p:cNvPr id="68" name="vector-66">
            <a:extLst xmlns:a="http://schemas.openxmlformats.org/drawingml/2006/main">
              <a:ext uri="{FF2B5EF4-FFF2-40B4-BE49-F238E27FC236}">
                <a16:creationId xmlns:a16="http://schemas.microsoft.com/office/drawing/2014/main" id="{D923037E-D5A7-4904-AA69-DA623D98B713}"/>
              </a:ext>
            </a:extLst>
          </p:cNvPr>
          <p:cNvSpPr>
            <a:spLocks xmlns:a="http://schemas.openxmlformats.org/drawingml/2006/main" noGrp="1"/>
          </p:cNvSpPr>
          <p:nvPr/>
        </p:nvSpPr>
        <p:spPr>
          <a:xfrm xmlns:a="http://schemas.openxmlformats.org/drawingml/2006/main">
            <a:off x="5210175" y="2533650"/>
            <a:ext cx="228600" cy="2095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1">
                <a:solidFill>
                  <a:srgbClr val="B67F38"/>
                </a:solidFill>
                <a:latin typeface="Arial"/>
                <a:ea typeface="Arial"/>
                <a:cs typeface="Arial"/>
              </a:defRPr>
            </a:pPr>
            <a:r>
              <a:rPr sz="1200" b="1">
                <a:solidFill>
                  <a:srgbClr val="B67F38"/>
                </a:solidFill>
                <a:latin typeface="Arial"/>
                <a:ea typeface="Arial"/>
                <a:cs typeface="Arial"/>
              </a:rPr>
              <a:t>K</a:t>
            </a:r>
          </a:p>
        </p:txBody>
      </p:sp>
      <p:sp>
        <p:nvSpPr>
          <p:cNvPr id="69" name="vector-67">
            <a:extLst xmlns:a="http://schemas.openxmlformats.org/drawingml/2006/main">
              <a:ext uri="{FF2B5EF4-FFF2-40B4-BE49-F238E27FC236}">
                <a16:creationId xmlns:a16="http://schemas.microsoft.com/office/drawing/2014/main" id="{A642649C-18D9-4F4C-A33E-87FFC7FE994D}"/>
              </a:ext>
            </a:extLst>
          </p:cNvPr>
          <p:cNvSpPr>
            <a:spLocks xmlns:a="http://schemas.openxmlformats.org/drawingml/2006/main" noGrp="1"/>
          </p:cNvSpPr>
          <p:nvPr/>
        </p:nvSpPr>
        <p:spPr>
          <a:xfrm xmlns:a="http://schemas.openxmlformats.org/drawingml/2006/main">
            <a:off x="5524500" y="2524125"/>
            <a:ext cx="228600" cy="228600"/>
          </a:xfrm>
          <a:prstGeom xmlns:a="http://schemas.openxmlformats.org/drawingml/2006/main" prst="ellipse">
            <a:avLst/>
          </a:prstGeom>
          <a:solidFill xmlns:a="http://schemas.openxmlformats.org/drawingml/2006/main">
            <a:srgbClr val="FBF4EA"/>
          </a:solidFill>
          <a:ln xmlns:a="http://schemas.openxmlformats.org/drawingml/2006/main" w="15240">
            <a:solidFill>
              <a:srgbClr val="B67F38"/>
            </a:solidFill>
          </a:ln>
        </p:spPr>
      </p:sp>
      <p:sp>
        <p:nvSpPr>
          <p:cNvPr id="70" name="vector-68">
            <a:extLst xmlns:a="http://schemas.openxmlformats.org/drawingml/2006/main">
              <a:ext uri="{FF2B5EF4-FFF2-40B4-BE49-F238E27FC236}">
                <a16:creationId xmlns:a16="http://schemas.microsoft.com/office/drawing/2014/main" id="{27E3009A-C0E8-4397-8AD1-9906042E1E56}"/>
              </a:ext>
            </a:extLst>
          </p:cNvPr>
          <p:cNvSpPr>
            <a:spLocks xmlns:a="http://schemas.openxmlformats.org/drawingml/2006/main" noGrp="1"/>
          </p:cNvSpPr>
          <p:nvPr/>
        </p:nvSpPr>
        <p:spPr>
          <a:xfrm xmlns:a="http://schemas.openxmlformats.org/drawingml/2006/main">
            <a:off x="5524500" y="2533650"/>
            <a:ext cx="228600" cy="2095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1">
                <a:solidFill>
                  <a:srgbClr val="B67F38"/>
                </a:solidFill>
                <a:latin typeface="Arial"/>
                <a:ea typeface="Arial"/>
                <a:cs typeface="Arial"/>
              </a:defRPr>
            </a:pPr>
            <a:r>
              <a:rPr sz="1200" b="1">
                <a:solidFill>
                  <a:srgbClr val="B67F38"/>
                </a:solidFill>
                <a:latin typeface="Arial"/>
                <a:ea typeface="Arial"/>
                <a:cs typeface="Arial"/>
              </a:rPr>
              <a:t>V</a:t>
            </a:r>
          </a:p>
        </p:txBody>
      </p:sp>
      <p:sp>
        <p:nvSpPr>
          <p:cNvPr id="71" name="path-69">
            <a:extLst xmlns:a="http://schemas.openxmlformats.org/drawingml/2006/main">
              <a:ext uri="{FF2B5EF4-FFF2-40B4-BE49-F238E27FC236}">
                <a16:creationId xmlns:a16="http://schemas.microsoft.com/office/drawing/2014/main" id="{D6C3A5BA-4241-4456-A9A4-C8D3615A4BD8}"/>
              </a:ext>
            </a:extLst>
          </p:cNvPr>
          <p:cNvSpPr>
            <a:spLocks xmlns:a="http://schemas.openxmlformats.org/drawingml/2006/main" noGrp="1"/>
          </p:cNvSpPr>
          <p:nvPr/>
        </p:nvSpPr>
        <p:spPr>
          <a:xfrm xmlns:a="http://schemas.openxmlformats.org/drawingml/2006/main">
            <a:off x="4410075" y="3448050"/>
            <a:ext cx="1333500" cy="666750"/>
          </a:xfrm>
          <a:custGeom xmlns:a="http://schemas.openxmlformats.org/drawingml/2006/main">
            <a:pathLst>
              <a:path w="1333500" h="666750">
                <a:moveTo>
                  <a:pt x="666750" y="0"/>
                </a:moveTo>
                <a:lnTo>
                  <a:pt x="1333500" y="333375"/>
                </a:lnTo>
                <a:lnTo>
                  <a:pt x="666750" y="666750"/>
                </a:lnTo>
                <a:lnTo>
                  <a:pt x="0" y="333375"/>
                </a:lnTo>
                <a:close/>
              </a:path>
            </a:pathLst>
          </a:custGeom>
          <a:solidFill xmlns:a="http://schemas.openxmlformats.org/drawingml/2006/main">
            <a:srgbClr val="E8F5F1"/>
          </a:solidFill>
          <a:ln xmlns:a="http://schemas.openxmlformats.org/drawingml/2006/main" w="17145">
            <a:solidFill>
              <a:srgbClr val="218A83"/>
            </a:solidFill>
          </a:ln>
        </p:spPr>
      </p:sp>
      <p:sp>
        <p:nvSpPr>
          <p:cNvPr id="72" name="path-70">
            <a:extLst xmlns:a="http://schemas.openxmlformats.org/drawingml/2006/main">
              <a:ext uri="{FF2B5EF4-FFF2-40B4-BE49-F238E27FC236}">
                <a16:creationId xmlns:a16="http://schemas.microsoft.com/office/drawing/2014/main" id="{CA6457C6-C79B-43C7-91E7-2635000FE2A1}"/>
              </a:ext>
            </a:extLst>
          </p:cNvPr>
          <p:cNvSpPr>
            <a:spLocks xmlns:a="http://schemas.openxmlformats.org/drawingml/2006/main" noGrp="1"/>
          </p:cNvSpPr>
          <p:nvPr/>
        </p:nvSpPr>
        <p:spPr>
          <a:xfrm xmlns:a="http://schemas.openxmlformats.org/drawingml/2006/main">
            <a:off x="4410075" y="3343275"/>
            <a:ext cx="1333500" cy="666750"/>
          </a:xfrm>
          <a:custGeom xmlns:a="http://schemas.openxmlformats.org/drawingml/2006/main">
            <a:pathLst>
              <a:path w="1333500" h="666750">
                <a:moveTo>
                  <a:pt x="666750" y="0"/>
                </a:moveTo>
                <a:lnTo>
                  <a:pt x="1333500" y="333375"/>
                </a:lnTo>
                <a:lnTo>
                  <a:pt x="666750" y="666750"/>
                </a:lnTo>
                <a:lnTo>
                  <a:pt x="0" y="333375"/>
                </a:lnTo>
                <a:close/>
              </a:path>
            </a:pathLst>
          </a:custGeom>
          <a:solidFill xmlns:a="http://schemas.openxmlformats.org/drawingml/2006/main">
            <a:srgbClr val="E8F5F1"/>
          </a:solidFill>
          <a:ln xmlns:a="http://schemas.openxmlformats.org/drawingml/2006/main" w="17145">
            <a:solidFill>
              <a:srgbClr val="218A83"/>
            </a:solidFill>
          </a:ln>
        </p:spPr>
      </p:sp>
      <p:sp>
        <p:nvSpPr>
          <p:cNvPr id="73" name="path-71">
            <a:extLst xmlns:a="http://schemas.openxmlformats.org/drawingml/2006/main">
              <a:ext uri="{FF2B5EF4-FFF2-40B4-BE49-F238E27FC236}">
                <a16:creationId xmlns:a16="http://schemas.microsoft.com/office/drawing/2014/main" id="{62AA09CA-5478-410B-B948-B3E3074129EA}"/>
              </a:ext>
            </a:extLst>
          </p:cNvPr>
          <p:cNvSpPr>
            <a:spLocks xmlns:a="http://schemas.openxmlformats.org/drawingml/2006/main" noGrp="1"/>
          </p:cNvSpPr>
          <p:nvPr/>
        </p:nvSpPr>
        <p:spPr>
          <a:xfrm xmlns:a="http://schemas.openxmlformats.org/drawingml/2006/main">
            <a:off x="4410075" y="3238500"/>
            <a:ext cx="1333500" cy="666750"/>
          </a:xfrm>
          <a:custGeom xmlns:a="http://schemas.openxmlformats.org/drawingml/2006/main">
            <a:pathLst>
              <a:path w="1333500" h="666750">
                <a:moveTo>
                  <a:pt x="666750" y="0"/>
                </a:moveTo>
                <a:lnTo>
                  <a:pt x="1333500" y="333375"/>
                </a:lnTo>
                <a:lnTo>
                  <a:pt x="666750" y="666750"/>
                </a:lnTo>
                <a:lnTo>
                  <a:pt x="0" y="333375"/>
                </a:lnTo>
                <a:close/>
              </a:path>
            </a:pathLst>
          </a:custGeom>
          <a:solidFill xmlns:a="http://schemas.openxmlformats.org/drawingml/2006/main">
            <a:srgbClr val="E8F5F1"/>
          </a:solidFill>
          <a:ln xmlns:a="http://schemas.openxmlformats.org/drawingml/2006/main" w="17145">
            <a:solidFill>
              <a:srgbClr val="218A83"/>
            </a:solidFill>
          </a:ln>
        </p:spPr>
      </p:sp>
      <p:sp>
        <p:nvSpPr>
          <p:cNvPr id="74" name="path-72">
            <a:extLst xmlns:a="http://schemas.openxmlformats.org/drawingml/2006/main">
              <a:ext uri="{FF2B5EF4-FFF2-40B4-BE49-F238E27FC236}">
                <a16:creationId xmlns:a16="http://schemas.microsoft.com/office/drawing/2014/main" id="{B274DE4A-17B6-4BCF-B839-9F102A1914B8}"/>
              </a:ext>
            </a:extLst>
          </p:cNvPr>
          <p:cNvSpPr>
            <a:spLocks xmlns:a="http://schemas.openxmlformats.org/drawingml/2006/main" noGrp="1"/>
          </p:cNvSpPr>
          <p:nvPr/>
        </p:nvSpPr>
        <p:spPr>
          <a:xfrm xmlns:a="http://schemas.openxmlformats.org/drawingml/2006/main">
            <a:off x="5001578" y="3323273"/>
            <a:ext cx="150495" cy="78105"/>
          </a:xfrm>
          <a:custGeom xmlns:a="http://schemas.openxmlformats.org/drawingml/2006/main">
            <a:pathLst>
              <a:path w="150495" h="78105">
                <a:moveTo>
                  <a:pt x="75247" y="0"/>
                </a:moveTo>
                <a:lnTo>
                  <a:pt x="150495" y="39053"/>
                </a:lnTo>
                <a:lnTo>
                  <a:pt x="75247" y="78105"/>
                </a:lnTo>
                <a:lnTo>
                  <a:pt x="0" y="39053"/>
                </a:lnTo>
                <a:close/>
              </a:path>
            </a:pathLst>
          </a:custGeom>
          <a:solidFill xmlns:a="http://schemas.openxmlformats.org/drawingml/2006/main">
            <a:srgbClr val="218A83"/>
          </a:solidFill>
          <a:ln xmlns:a="http://schemas.openxmlformats.org/drawingml/2006/main" w="7620">
            <a:solidFill>
              <a:srgbClr val="218A83"/>
            </a:solidFill>
          </a:ln>
        </p:spPr>
      </p:sp>
      <p:sp>
        <p:nvSpPr>
          <p:cNvPr id="75" name="path-73">
            <a:extLst xmlns:a="http://schemas.openxmlformats.org/drawingml/2006/main">
              <a:ext uri="{FF2B5EF4-FFF2-40B4-BE49-F238E27FC236}">
                <a16:creationId xmlns:a16="http://schemas.microsoft.com/office/drawing/2014/main" id="{3AECE339-DEEA-4817-8FBE-867D0551C027}"/>
              </a:ext>
            </a:extLst>
          </p:cNvPr>
          <p:cNvSpPr>
            <a:spLocks xmlns:a="http://schemas.openxmlformats.org/drawingml/2006/main" noGrp="1"/>
          </p:cNvSpPr>
          <p:nvPr/>
        </p:nvSpPr>
        <p:spPr>
          <a:xfrm xmlns:a="http://schemas.openxmlformats.org/drawingml/2006/main">
            <a:off x="4877753" y="3385185"/>
            <a:ext cx="150495" cy="78105"/>
          </a:xfrm>
          <a:custGeom xmlns:a="http://schemas.openxmlformats.org/drawingml/2006/main">
            <a:pathLst>
              <a:path w="150495" h="78105">
                <a:moveTo>
                  <a:pt x="75247" y="0"/>
                </a:moveTo>
                <a:lnTo>
                  <a:pt x="150495" y="39053"/>
                </a:lnTo>
                <a:lnTo>
                  <a:pt x="75247" y="78105"/>
                </a:lnTo>
                <a:lnTo>
                  <a:pt x="0" y="39053"/>
                </a:lnTo>
                <a:close/>
              </a:path>
            </a:pathLst>
          </a:custGeom>
          <a:solidFill xmlns:a="http://schemas.openxmlformats.org/drawingml/2006/main">
            <a:srgbClr val="218A83"/>
          </a:solidFill>
          <a:ln xmlns:a="http://schemas.openxmlformats.org/drawingml/2006/main" w="7620">
            <a:solidFill>
              <a:srgbClr val="218A83"/>
            </a:solidFill>
          </a:ln>
        </p:spPr>
      </p:sp>
      <p:sp>
        <p:nvSpPr>
          <p:cNvPr id="76" name="path-74">
            <a:extLst xmlns:a="http://schemas.openxmlformats.org/drawingml/2006/main">
              <a:ext uri="{FF2B5EF4-FFF2-40B4-BE49-F238E27FC236}">
                <a16:creationId xmlns:a16="http://schemas.microsoft.com/office/drawing/2014/main" id="{0B050A17-7077-426F-80F0-5EE2E3883ED9}"/>
              </a:ext>
            </a:extLst>
          </p:cNvPr>
          <p:cNvSpPr>
            <a:spLocks xmlns:a="http://schemas.openxmlformats.org/drawingml/2006/main" noGrp="1"/>
          </p:cNvSpPr>
          <p:nvPr/>
        </p:nvSpPr>
        <p:spPr>
          <a:xfrm xmlns:a="http://schemas.openxmlformats.org/drawingml/2006/main">
            <a:off x="4753928" y="3447098"/>
            <a:ext cx="150495" cy="78105"/>
          </a:xfrm>
          <a:custGeom xmlns:a="http://schemas.openxmlformats.org/drawingml/2006/main">
            <a:pathLst>
              <a:path w="150495" h="78105">
                <a:moveTo>
                  <a:pt x="75247" y="0"/>
                </a:moveTo>
                <a:lnTo>
                  <a:pt x="150495" y="39053"/>
                </a:lnTo>
                <a:lnTo>
                  <a:pt x="75247" y="78105"/>
                </a:lnTo>
                <a:lnTo>
                  <a:pt x="0" y="39053"/>
                </a:lnTo>
                <a:close/>
              </a:path>
            </a:pathLst>
          </a:custGeom>
          <a:solidFill xmlns:a="http://schemas.openxmlformats.org/drawingml/2006/main">
            <a:srgbClr val="218A83"/>
          </a:solidFill>
          <a:ln xmlns:a="http://schemas.openxmlformats.org/drawingml/2006/main" w="7620">
            <a:solidFill>
              <a:srgbClr val="218A83"/>
            </a:solidFill>
          </a:ln>
        </p:spPr>
      </p:sp>
      <p:sp>
        <p:nvSpPr>
          <p:cNvPr id="77" name="path-75">
            <a:extLst xmlns:a="http://schemas.openxmlformats.org/drawingml/2006/main">
              <a:ext uri="{FF2B5EF4-FFF2-40B4-BE49-F238E27FC236}">
                <a16:creationId xmlns:a16="http://schemas.microsoft.com/office/drawing/2014/main" id="{120FCE46-B7CB-4638-8277-382666C846E3}"/>
              </a:ext>
            </a:extLst>
          </p:cNvPr>
          <p:cNvSpPr>
            <a:spLocks xmlns:a="http://schemas.openxmlformats.org/drawingml/2006/main" noGrp="1"/>
          </p:cNvSpPr>
          <p:nvPr/>
        </p:nvSpPr>
        <p:spPr>
          <a:xfrm xmlns:a="http://schemas.openxmlformats.org/drawingml/2006/main">
            <a:off x="4630103" y="3509010"/>
            <a:ext cx="150495" cy="78105"/>
          </a:xfrm>
          <a:custGeom xmlns:a="http://schemas.openxmlformats.org/drawingml/2006/main">
            <a:pathLst>
              <a:path w="150495" h="78105">
                <a:moveTo>
                  <a:pt x="75247" y="0"/>
                </a:moveTo>
                <a:lnTo>
                  <a:pt x="150495" y="39053"/>
                </a:lnTo>
                <a:lnTo>
                  <a:pt x="75247" y="78105"/>
                </a:lnTo>
                <a:lnTo>
                  <a:pt x="0" y="39053"/>
                </a:lnTo>
                <a:close/>
              </a:path>
            </a:pathLst>
          </a:custGeom>
          <a:solidFill xmlns:a="http://schemas.openxmlformats.org/drawingml/2006/main">
            <a:srgbClr val="218A83"/>
          </a:solidFill>
          <a:ln xmlns:a="http://schemas.openxmlformats.org/drawingml/2006/main" w="7620">
            <a:solidFill>
              <a:srgbClr val="218A83"/>
            </a:solidFill>
          </a:ln>
        </p:spPr>
      </p:sp>
      <p:sp>
        <p:nvSpPr>
          <p:cNvPr id="78" name="path-76">
            <a:extLst xmlns:a="http://schemas.openxmlformats.org/drawingml/2006/main">
              <a:ext uri="{FF2B5EF4-FFF2-40B4-BE49-F238E27FC236}">
                <a16:creationId xmlns:a16="http://schemas.microsoft.com/office/drawing/2014/main" id="{674C1F7B-9D30-479F-899E-485349E0337D}"/>
              </a:ext>
            </a:extLst>
          </p:cNvPr>
          <p:cNvSpPr>
            <a:spLocks xmlns:a="http://schemas.openxmlformats.org/drawingml/2006/main" noGrp="1"/>
          </p:cNvSpPr>
          <p:nvPr/>
        </p:nvSpPr>
        <p:spPr>
          <a:xfrm xmlns:a="http://schemas.openxmlformats.org/drawingml/2006/main">
            <a:off x="5125403" y="3385185"/>
            <a:ext cx="150495" cy="78105"/>
          </a:xfrm>
          <a:custGeom xmlns:a="http://schemas.openxmlformats.org/drawingml/2006/main">
            <a:pathLst>
              <a:path w="150495" h="78105">
                <a:moveTo>
                  <a:pt x="75247" y="0"/>
                </a:moveTo>
                <a:lnTo>
                  <a:pt x="150495" y="39053"/>
                </a:lnTo>
                <a:lnTo>
                  <a:pt x="75247" y="78105"/>
                </a:lnTo>
                <a:lnTo>
                  <a:pt x="0" y="39053"/>
                </a:lnTo>
                <a:close/>
              </a:path>
            </a:pathLst>
          </a:custGeom>
          <a:solidFill xmlns:a="http://schemas.openxmlformats.org/drawingml/2006/main">
            <a:srgbClr val="218A83"/>
          </a:solidFill>
          <a:ln xmlns:a="http://schemas.openxmlformats.org/drawingml/2006/main" w="7620">
            <a:solidFill>
              <a:srgbClr val="218A83"/>
            </a:solidFill>
          </a:ln>
        </p:spPr>
      </p:sp>
      <p:sp>
        <p:nvSpPr>
          <p:cNvPr id="79" name="path-77">
            <a:extLst xmlns:a="http://schemas.openxmlformats.org/drawingml/2006/main">
              <a:ext uri="{FF2B5EF4-FFF2-40B4-BE49-F238E27FC236}">
                <a16:creationId xmlns:a16="http://schemas.microsoft.com/office/drawing/2014/main" id="{530A4815-14A6-4CD9-B483-E93B33111C0E}"/>
              </a:ext>
            </a:extLst>
          </p:cNvPr>
          <p:cNvSpPr>
            <a:spLocks xmlns:a="http://schemas.openxmlformats.org/drawingml/2006/main" noGrp="1"/>
          </p:cNvSpPr>
          <p:nvPr/>
        </p:nvSpPr>
        <p:spPr>
          <a:xfrm xmlns:a="http://schemas.openxmlformats.org/drawingml/2006/main">
            <a:off x="5001578" y="3447098"/>
            <a:ext cx="150495" cy="78105"/>
          </a:xfrm>
          <a:custGeom xmlns:a="http://schemas.openxmlformats.org/drawingml/2006/main">
            <a:pathLst>
              <a:path w="150495" h="78105">
                <a:moveTo>
                  <a:pt x="75247" y="0"/>
                </a:moveTo>
                <a:lnTo>
                  <a:pt x="150495" y="39053"/>
                </a:lnTo>
                <a:lnTo>
                  <a:pt x="75247" y="78105"/>
                </a:lnTo>
                <a:lnTo>
                  <a:pt x="0" y="39053"/>
                </a:lnTo>
                <a:close/>
              </a:path>
            </a:pathLst>
          </a:custGeom>
          <a:solidFill xmlns:a="http://schemas.openxmlformats.org/drawingml/2006/main">
            <a:srgbClr val="218A83"/>
          </a:solidFill>
          <a:ln xmlns:a="http://schemas.openxmlformats.org/drawingml/2006/main" w="7620">
            <a:solidFill>
              <a:srgbClr val="218A83"/>
            </a:solidFill>
          </a:ln>
        </p:spPr>
      </p:sp>
      <p:sp>
        <p:nvSpPr>
          <p:cNvPr id="80" name="path-78">
            <a:extLst xmlns:a="http://schemas.openxmlformats.org/drawingml/2006/main">
              <a:ext uri="{FF2B5EF4-FFF2-40B4-BE49-F238E27FC236}">
                <a16:creationId xmlns:a16="http://schemas.microsoft.com/office/drawing/2014/main" id="{9071088C-7BB2-49D9-8209-EF02D963196E}"/>
              </a:ext>
            </a:extLst>
          </p:cNvPr>
          <p:cNvSpPr>
            <a:spLocks xmlns:a="http://schemas.openxmlformats.org/drawingml/2006/main" noGrp="1"/>
          </p:cNvSpPr>
          <p:nvPr/>
        </p:nvSpPr>
        <p:spPr>
          <a:xfrm xmlns:a="http://schemas.openxmlformats.org/drawingml/2006/main">
            <a:off x="4877753" y="3509010"/>
            <a:ext cx="150495" cy="78105"/>
          </a:xfrm>
          <a:custGeom xmlns:a="http://schemas.openxmlformats.org/drawingml/2006/main">
            <a:pathLst>
              <a:path w="150495" h="78105">
                <a:moveTo>
                  <a:pt x="75247" y="0"/>
                </a:moveTo>
                <a:lnTo>
                  <a:pt x="150495" y="39053"/>
                </a:lnTo>
                <a:lnTo>
                  <a:pt x="75247" y="78105"/>
                </a:lnTo>
                <a:lnTo>
                  <a:pt x="0" y="39053"/>
                </a:lnTo>
                <a:close/>
              </a:path>
            </a:pathLst>
          </a:custGeom>
          <a:solidFill xmlns:a="http://schemas.openxmlformats.org/drawingml/2006/main">
            <a:srgbClr val="218A83"/>
          </a:solidFill>
          <a:ln xmlns:a="http://schemas.openxmlformats.org/drawingml/2006/main" w="7620">
            <a:solidFill>
              <a:srgbClr val="218A83"/>
            </a:solidFill>
          </a:ln>
        </p:spPr>
      </p:sp>
      <p:sp>
        <p:nvSpPr>
          <p:cNvPr id="81" name="path-79">
            <a:extLst xmlns:a="http://schemas.openxmlformats.org/drawingml/2006/main">
              <a:ext uri="{FF2B5EF4-FFF2-40B4-BE49-F238E27FC236}">
                <a16:creationId xmlns:a16="http://schemas.microsoft.com/office/drawing/2014/main" id="{1425FFCB-A8E7-4B11-B9DA-69989DE9018A}"/>
              </a:ext>
            </a:extLst>
          </p:cNvPr>
          <p:cNvSpPr>
            <a:spLocks xmlns:a="http://schemas.openxmlformats.org/drawingml/2006/main" noGrp="1"/>
          </p:cNvSpPr>
          <p:nvPr/>
        </p:nvSpPr>
        <p:spPr>
          <a:xfrm xmlns:a="http://schemas.openxmlformats.org/drawingml/2006/main">
            <a:off x="4753928" y="3570923"/>
            <a:ext cx="150495" cy="78105"/>
          </a:xfrm>
          <a:custGeom xmlns:a="http://schemas.openxmlformats.org/drawingml/2006/main">
            <a:pathLst>
              <a:path w="150495" h="78105">
                <a:moveTo>
                  <a:pt x="75247" y="0"/>
                </a:moveTo>
                <a:lnTo>
                  <a:pt x="150495" y="39053"/>
                </a:lnTo>
                <a:lnTo>
                  <a:pt x="75247" y="78105"/>
                </a:lnTo>
                <a:lnTo>
                  <a:pt x="0" y="39053"/>
                </a:lnTo>
                <a:close/>
              </a:path>
            </a:pathLst>
          </a:custGeom>
          <a:solidFill xmlns:a="http://schemas.openxmlformats.org/drawingml/2006/main">
            <a:srgbClr val="218A83"/>
          </a:solidFill>
          <a:ln xmlns:a="http://schemas.openxmlformats.org/drawingml/2006/main" w="7620">
            <a:solidFill>
              <a:srgbClr val="218A83"/>
            </a:solidFill>
          </a:ln>
        </p:spPr>
      </p:sp>
      <p:sp>
        <p:nvSpPr>
          <p:cNvPr id="82" name="path-80">
            <a:extLst xmlns:a="http://schemas.openxmlformats.org/drawingml/2006/main">
              <a:ext uri="{FF2B5EF4-FFF2-40B4-BE49-F238E27FC236}">
                <a16:creationId xmlns:a16="http://schemas.microsoft.com/office/drawing/2014/main" id="{AB2267C4-7596-4F5B-954F-3E549E50C93F}"/>
              </a:ext>
            </a:extLst>
          </p:cNvPr>
          <p:cNvSpPr>
            <a:spLocks xmlns:a="http://schemas.openxmlformats.org/drawingml/2006/main" noGrp="1"/>
          </p:cNvSpPr>
          <p:nvPr/>
        </p:nvSpPr>
        <p:spPr>
          <a:xfrm xmlns:a="http://schemas.openxmlformats.org/drawingml/2006/main">
            <a:off x="5249228" y="3447098"/>
            <a:ext cx="150495" cy="78105"/>
          </a:xfrm>
          <a:custGeom xmlns:a="http://schemas.openxmlformats.org/drawingml/2006/main">
            <a:pathLst>
              <a:path w="150495" h="78105">
                <a:moveTo>
                  <a:pt x="75247" y="0"/>
                </a:moveTo>
                <a:lnTo>
                  <a:pt x="150495" y="39053"/>
                </a:lnTo>
                <a:lnTo>
                  <a:pt x="75247" y="78105"/>
                </a:lnTo>
                <a:lnTo>
                  <a:pt x="0" y="39053"/>
                </a:lnTo>
                <a:close/>
              </a:path>
            </a:pathLst>
          </a:custGeom>
          <a:solidFill xmlns:a="http://schemas.openxmlformats.org/drawingml/2006/main">
            <a:srgbClr val="218A83"/>
          </a:solidFill>
          <a:ln xmlns:a="http://schemas.openxmlformats.org/drawingml/2006/main" w="7620">
            <a:solidFill>
              <a:srgbClr val="218A83"/>
            </a:solidFill>
          </a:ln>
        </p:spPr>
      </p:sp>
      <p:sp>
        <p:nvSpPr>
          <p:cNvPr id="83" name="path-81">
            <a:extLst xmlns:a="http://schemas.openxmlformats.org/drawingml/2006/main">
              <a:ext uri="{FF2B5EF4-FFF2-40B4-BE49-F238E27FC236}">
                <a16:creationId xmlns:a16="http://schemas.microsoft.com/office/drawing/2014/main" id="{13F0E625-EABB-43D4-BDE7-1D396EE74196}"/>
              </a:ext>
            </a:extLst>
          </p:cNvPr>
          <p:cNvSpPr>
            <a:spLocks xmlns:a="http://schemas.openxmlformats.org/drawingml/2006/main" noGrp="1"/>
          </p:cNvSpPr>
          <p:nvPr/>
        </p:nvSpPr>
        <p:spPr>
          <a:xfrm xmlns:a="http://schemas.openxmlformats.org/drawingml/2006/main">
            <a:off x="5125403" y="3509010"/>
            <a:ext cx="150495" cy="78105"/>
          </a:xfrm>
          <a:custGeom xmlns:a="http://schemas.openxmlformats.org/drawingml/2006/main">
            <a:pathLst>
              <a:path w="150495" h="78105">
                <a:moveTo>
                  <a:pt x="75247" y="0"/>
                </a:moveTo>
                <a:lnTo>
                  <a:pt x="150495" y="39053"/>
                </a:lnTo>
                <a:lnTo>
                  <a:pt x="75247" y="78105"/>
                </a:lnTo>
                <a:lnTo>
                  <a:pt x="0" y="39053"/>
                </a:lnTo>
                <a:close/>
              </a:path>
            </a:pathLst>
          </a:custGeom>
          <a:solidFill xmlns:a="http://schemas.openxmlformats.org/drawingml/2006/main">
            <a:srgbClr val="218A83"/>
          </a:solidFill>
          <a:ln xmlns:a="http://schemas.openxmlformats.org/drawingml/2006/main" w="7620">
            <a:solidFill>
              <a:srgbClr val="218A83"/>
            </a:solidFill>
          </a:ln>
        </p:spPr>
      </p:sp>
      <p:sp>
        <p:nvSpPr>
          <p:cNvPr id="84" name="path-82">
            <a:extLst xmlns:a="http://schemas.openxmlformats.org/drawingml/2006/main">
              <a:ext uri="{FF2B5EF4-FFF2-40B4-BE49-F238E27FC236}">
                <a16:creationId xmlns:a16="http://schemas.microsoft.com/office/drawing/2014/main" id="{E0360A0F-09C1-4766-9072-B4177F3E892A}"/>
              </a:ext>
            </a:extLst>
          </p:cNvPr>
          <p:cNvSpPr>
            <a:spLocks xmlns:a="http://schemas.openxmlformats.org/drawingml/2006/main" noGrp="1"/>
          </p:cNvSpPr>
          <p:nvPr/>
        </p:nvSpPr>
        <p:spPr>
          <a:xfrm xmlns:a="http://schemas.openxmlformats.org/drawingml/2006/main">
            <a:off x="5001578" y="3570923"/>
            <a:ext cx="150495" cy="78105"/>
          </a:xfrm>
          <a:custGeom xmlns:a="http://schemas.openxmlformats.org/drawingml/2006/main">
            <a:pathLst>
              <a:path w="150495" h="78105">
                <a:moveTo>
                  <a:pt x="75247" y="0"/>
                </a:moveTo>
                <a:lnTo>
                  <a:pt x="150495" y="39053"/>
                </a:lnTo>
                <a:lnTo>
                  <a:pt x="75247" y="78105"/>
                </a:lnTo>
                <a:lnTo>
                  <a:pt x="0" y="39053"/>
                </a:lnTo>
                <a:close/>
              </a:path>
            </a:pathLst>
          </a:custGeom>
          <a:solidFill xmlns:a="http://schemas.openxmlformats.org/drawingml/2006/main">
            <a:srgbClr val="218A83"/>
          </a:solidFill>
          <a:ln xmlns:a="http://schemas.openxmlformats.org/drawingml/2006/main" w="7620">
            <a:solidFill>
              <a:srgbClr val="218A83"/>
            </a:solidFill>
          </a:ln>
        </p:spPr>
      </p:sp>
      <p:sp>
        <p:nvSpPr>
          <p:cNvPr id="85" name="path-83">
            <a:extLst xmlns:a="http://schemas.openxmlformats.org/drawingml/2006/main">
              <a:ext uri="{FF2B5EF4-FFF2-40B4-BE49-F238E27FC236}">
                <a16:creationId xmlns:a16="http://schemas.microsoft.com/office/drawing/2014/main" id="{14398A6F-469E-49EB-BEB0-590F6EBFCD69}"/>
              </a:ext>
            </a:extLst>
          </p:cNvPr>
          <p:cNvSpPr>
            <a:spLocks xmlns:a="http://schemas.openxmlformats.org/drawingml/2006/main" noGrp="1"/>
          </p:cNvSpPr>
          <p:nvPr/>
        </p:nvSpPr>
        <p:spPr>
          <a:xfrm xmlns:a="http://schemas.openxmlformats.org/drawingml/2006/main">
            <a:off x="4877753" y="3632835"/>
            <a:ext cx="150495" cy="78105"/>
          </a:xfrm>
          <a:custGeom xmlns:a="http://schemas.openxmlformats.org/drawingml/2006/main">
            <a:pathLst>
              <a:path w="150495" h="78105">
                <a:moveTo>
                  <a:pt x="75247" y="0"/>
                </a:moveTo>
                <a:lnTo>
                  <a:pt x="150495" y="39053"/>
                </a:lnTo>
                <a:lnTo>
                  <a:pt x="75247" y="78105"/>
                </a:lnTo>
                <a:lnTo>
                  <a:pt x="0" y="39053"/>
                </a:lnTo>
                <a:close/>
              </a:path>
            </a:pathLst>
          </a:custGeom>
          <a:solidFill xmlns:a="http://schemas.openxmlformats.org/drawingml/2006/main">
            <a:srgbClr val="218A83"/>
          </a:solidFill>
          <a:ln xmlns:a="http://schemas.openxmlformats.org/drawingml/2006/main" w="7620">
            <a:solidFill>
              <a:srgbClr val="218A83"/>
            </a:solidFill>
          </a:ln>
        </p:spPr>
      </p:sp>
      <p:sp>
        <p:nvSpPr>
          <p:cNvPr id="86" name="path-84">
            <a:extLst xmlns:a="http://schemas.openxmlformats.org/drawingml/2006/main">
              <a:ext uri="{FF2B5EF4-FFF2-40B4-BE49-F238E27FC236}">
                <a16:creationId xmlns:a16="http://schemas.microsoft.com/office/drawing/2014/main" id="{F6017034-44EF-4B5B-8604-623C3C6E4E44}"/>
              </a:ext>
            </a:extLst>
          </p:cNvPr>
          <p:cNvSpPr>
            <a:spLocks xmlns:a="http://schemas.openxmlformats.org/drawingml/2006/main" noGrp="1"/>
          </p:cNvSpPr>
          <p:nvPr/>
        </p:nvSpPr>
        <p:spPr>
          <a:xfrm xmlns:a="http://schemas.openxmlformats.org/drawingml/2006/main">
            <a:off x="5373053" y="3509010"/>
            <a:ext cx="150495" cy="78105"/>
          </a:xfrm>
          <a:custGeom xmlns:a="http://schemas.openxmlformats.org/drawingml/2006/main">
            <a:pathLst>
              <a:path w="150495" h="78105">
                <a:moveTo>
                  <a:pt x="75247" y="0"/>
                </a:moveTo>
                <a:lnTo>
                  <a:pt x="150495" y="39053"/>
                </a:lnTo>
                <a:lnTo>
                  <a:pt x="75247" y="78105"/>
                </a:lnTo>
                <a:lnTo>
                  <a:pt x="0" y="39053"/>
                </a:lnTo>
                <a:close/>
              </a:path>
            </a:pathLst>
          </a:custGeom>
          <a:solidFill xmlns:a="http://schemas.openxmlformats.org/drawingml/2006/main">
            <a:srgbClr val="218A83"/>
          </a:solidFill>
          <a:ln xmlns:a="http://schemas.openxmlformats.org/drawingml/2006/main" w="7620">
            <a:solidFill>
              <a:srgbClr val="218A83"/>
            </a:solidFill>
          </a:ln>
        </p:spPr>
      </p:sp>
      <p:sp>
        <p:nvSpPr>
          <p:cNvPr id="87" name="path-85">
            <a:extLst xmlns:a="http://schemas.openxmlformats.org/drawingml/2006/main">
              <a:ext uri="{FF2B5EF4-FFF2-40B4-BE49-F238E27FC236}">
                <a16:creationId xmlns:a16="http://schemas.microsoft.com/office/drawing/2014/main" id="{D81A2F04-F965-4049-92AC-38DD081DBD5D}"/>
              </a:ext>
            </a:extLst>
          </p:cNvPr>
          <p:cNvSpPr>
            <a:spLocks xmlns:a="http://schemas.openxmlformats.org/drawingml/2006/main" noGrp="1"/>
          </p:cNvSpPr>
          <p:nvPr/>
        </p:nvSpPr>
        <p:spPr>
          <a:xfrm xmlns:a="http://schemas.openxmlformats.org/drawingml/2006/main">
            <a:off x="5249228" y="3570923"/>
            <a:ext cx="150495" cy="78105"/>
          </a:xfrm>
          <a:custGeom xmlns:a="http://schemas.openxmlformats.org/drawingml/2006/main">
            <a:pathLst>
              <a:path w="150495" h="78105">
                <a:moveTo>
                  <a:pt x="75247" y="0"/>
                </a:moveTo>
                <a:lnTo>
                  <a:pt x="150495" y="39053"/>
                </a:lnTo>
                <a:lnTo>
                  <a:pt x="75247" y="78105"/>
                </a:lnTo>
                <a:lnTo>
                  <a:pt x="0" y="39053"/>
                </a:lnTo>
                <a:close/>
              </a:path>
            </a:pathLst>
          </a:custGeom>
          <a:solidFill xmlns:a="http://schemas.openxmlformats.org/drawingml/2006/main">
            <a:srgbClr val="218A83"/>
          </a:solidFill>
          <a:ln xmlns:a="http://schemas.openxmlformats.org/drawingml/2006/main" w="7620">
            <a:solidFill>
              <a:srgbClr val="218A83"/>
            </a:solidFill>
          </a:ln>
        </p:spPr>
      </p:sp>
      <p:sp>
        <p:nvSpPr>
          <p:cNvPr id="88" name="path-86">
            <a:extLst xmlns:a="http://schemas.openxmlformats.org/drawingml/2006/main">
              <a:ext uri="{FF2B5EF4-FFF2-40B4-BE49-F238E27FC236}">
                <a16:creationId xmlns:a16="http://schemas.microsoft.com/office/drawing/2014/main" id="{06B6150C-FB83-4395-812D-FC082DB77477}"/>
              </a:ext>
            </a:extLst>
          </p:cNvPr>
          <p:cNvSpPr>
            <a:spLocks xmlns:a="http://schemas.openxmlformats.org/drawingml/2006/main" noGrp="1"/>
          </p:cNvSpPr>
          <p:nvPr/>
        </p:nvSpPr>
        <p:spPr>
          <a:xfrm xmlns:a="http://schemas.openxmlformats.org/drawingml/2006/main">
            <a:off x="5125403" y="3632835"/>
            <a:ext cx="150495" cy="78105"/>
          </a:xfrm>
          <a:custGeom xmlns:a="http://schemas.openxmlformats.org/drawingml/2006/main">
            <a:pathLst>
              <a:path w="150495" h="78105">
                <a:moveTo>
                  <a:pt x="75247" y="0"/>
                </a:moveTo>
                <a:lnTo>
                  <a:pt x="150495" y="39053"/>
                </a:lnTo>
                <a:lnTo>
                  <a:pt x="75247" y="78105"/>
                </a:lnTo>
                <a:lnTo>
                  <a:pt x="0" y="39053"/>
                </a:lnTo>
                <a:close/>
              </a:path>
            </a:pathLst>
          </a:custGeom>
          <a:solidFill xmlns:a="http://schemas.openxmlformats.org/drawingml/2006/main">
            <a:srgbClr val="218A83"/>
          </a:solidFill>
          <a:ln xmlns:a="http://schemas.openxmlformats.org/drawingml/2006/main" w="7620">
            <a:solidFill>
              <a:srgbClr val="218A83"/>
            </a:solidFill>
          </a:ln>
        </p:spPr>
      </p:sp>
      <p:sp>
        <p:nvSpPr>
          <p:cNvPr id="89" name="path-87">
            <a:extLst xmlns:a="http://schemas.openxmlformats.org/drawingml/2006/main">
              <a:ext uri="{FF2B5EF4-FFF2-40B4-BE49-F238E27FC236}">
                <a16:creationId xmlns:a16="http://schemas.microsoft.com/office/drawing/2014/main" id="{025AC110-4898-41E6-9EE0-1F1A81FA5F3C}"/>
              </a:ext>
            </a:extLst>
          </p:cNvPr>
          <p:cNvSpPr>
            <a:spLocks xmlns:a="http://schemas.openxmlformats.org/drawingml/2006/main" noGrp="1"/>
          </p:cNvSpPr>
          <p:nvPr/>
        </p:nvSpPr>
        <p:spPr>
          <a:xfrm xmlns:a="http://schemas.openxmlformats.org/drawingml/2006/main">
            <a:off x="5001578" y="3694748"/>
            <a:ext cx="150495" cy="78105"/>
          </a:xfrm>
          <a:custGeom xmlns:a="http://schemas.openxmlformats.org/drawingml/2006/main">
            <a:pathLst>
              <a:path w="150495" h="78105">
                <a:moveTo>
                  <a:pt x="75247" y="0"/>
                </a:moveTo>
                <a:lnTo>
                  <a:pt x="150495" y="39053"/>
                </a:lnTo>
                <a:lnTo>
                  <a:pt x="75247" y="78105"/>
                </a:lnTo>
                <a:lnTo>
                  <a:pt x="0" y="39053"/>
                </a:lnTo>
                <a:close/>
              </a:path>
            </a:pathLst>
          </a:custGeom>
          <a:solidFill xmlns:a="http://schemas.openxmlformats.org/drawingml/2006/main">
            <a:srgbClr val="218A83"/>
          </a:solidFill>
          <a:ln xmlns:a="http://schemas.openxmlformats.org/drawingml/2006/main" w="7620">
            <a:solidFill>
              <a:srgbClr val="218A83"/>
            </a:solidFill>
          </a:ln>
        </p:spPr>
      </p:sp>
      <p:sp>
        <p:nvSpPr>
          <p:cNvPr id="90" name="vector-88">
            <a:extLst xmlns:a="http://schemas.openxmlformats.org/drawingml/2006/main">
              <a:ext uri="{FF2B5EF4-FFF2-40B4-BE49-F238E27FC236}">
                <a16:creationId xmlns:a16="http://schemas.microsoft.com/office/drawing/2014/main" id="{5E0F2209-AA78-4F57-A04F-5DF1CDE48459}"/>
              </a:ext>
            </a:extLst>
          </p:cNvPr>
          <p:cNvSpPr>
            <a:spLocks xmlns:a="http://schemas.openxmlformats.org/drawingml/2006/main" noGrp="1"/>
          </p:cNvSpPr>
          <p:nvPr/>
        </p:nvSpPr>
        <p:spPr>
          <a:xfrm xmlns:a="http://schemas.openxmlformats.org/drawingml/2006/main">
            <a:off x="5676900" y="3314700"/>
            <a:ext cx="133350" cy="1143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4288">
            <a:solidFill>
              <a:srgbClr val="747E8A"/>
            </a:solidFill>
          </a:ln>
        </p:spPr>
      </p:sp>
      <p:sp>
        <p:nvSpPr>
          <p:cNvPr id="91" name="path-89">
            <a:extLst xmlns:a="http://schemas.openxmlformats.org/drawingml/2006/main">
              <a:ext uri="{FF2B5EF4-FFF2-40B4-BE49-F238E27FC236}">
                <a16:creationId xmlns:a16="http://schemas.microsoft.com/office/drawing/2014/main" id="{FA98FA9D-3807-47CA-85B8-65AAF607BFF4}"/>
              </a:ext>
            </a:extLst>
          </p:cNvPr>
          <p:cNvSpPr>
            <a:spLocks xmlns:a="http://schemas.openxmlformats.org/drawingml/2006/main" noGrp="1"/>
          </p:cNvSpPr>
          <p:nvPr/>
        </p:nvSpPr>
        <p:spPr>
          <a:xfrm xmlns:a="http://schemas.openxmlformats.org/drawingml/2006/main">
            <a:off x="5695950" y="3219450"/>
            <a:ext cx="95250" cy="95250"/>
          </a:xfrm>
          <a:custGeom xmlns:a="http://schemas.openxmlformats.org/drawingml/2006/main">
            <a:pathLst>
              <a:path w="95250" h="95250">
                <a:moveTo>
                  <a:pt x="0" y="95250"/>
                </a:moveTo>
                <a:lnTo>
                  <a:pt x="0" y="28575"/>
                </a:lnTo>
                <a:lnTo>
                  <a:pt x="47625" y="0"/>
                </a:lnTo>
                <a:lnTo>
                  <a:pt x="95250" y="28575"/>
                </a:lnTo>
                <a:lnTo>
                  <a:pt x="95250" y="95250"/>
                </a:lnTo>
              </a:path>
            </a:pathLst>
          </a:custGeom>
          <a:noFill xmlns:a="http://schemas.openxmlformats.org/drawingml/2006/main"/>
          <a:ln xmlns:a="http://schemas.openxmlformats.org/drawingml/2006/main" w="14288">
            <a:solidFill>
              <a:srgbClr val="747E8A"/>
            </a:solidFill>
          </a:ln>
        </p:spPr>
      </p:sp>
      <p:sp>
        <p:nvSpPr>
          <p:cNvPr id="92" name="vector-90">
            <a:extLst xmlns:a="http://schemas.openxmlformats.org/drawingml/2006/main">
              <a:ext uri="{FF2B5EF4-FFF2-40B4-BE49-F238E27FC236}">
                <a16:creationId xmlns:a16="http://schemas.microsoft.com/office/drawing/2014/main" id="{0649BA9B-3BE7-455E-B240-FD25B6B7BCFB}"/>
              </a:ext>
            </a:extLst>
          </p:cNvPr>
          <p:cNvSpPr>
            <a:spLocks xmlns:a="http://schemas.openxmlformats.org/drawingml/2006/main" noGrp="1"/>
          </p:cNvSpPr>
          <p:nvPr/>
        </p:nvSpPr>
        <p:spPr>
          <a:xfrm xmlns:a="http://schemas.openxmlformats.org/drawingml/2006/main">
            <a:off x="4086225" y="4267200"/>
            <a:ext cx="205740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a:solidFill>
                  <a:srgbClr val="218A83"/>
                </a:solidFill>
                <a:latin typeface="Arial"/>
                <a:ea typeface="Arial"/>
                <a:cs typeface="Arial"/>
              </a:defRPr>
            </a:pPr>
            <a:r>
              <a:rPr sz="1950" b="1">
                <a:solidFill>
                  <a:srgbClr val="218A83"/>
                </a:solidFill>
                <a:latin typeface="Arial"/>
                <a:ea typeface="Arial"/>
                <a:cs typeface="Arial"/>
              </a:rPr>
              <a:t>BiomedCLIP</a:t>
            </a:r>
          </a:p>
        </p:txBody>
      </p:sp>
      <p:sp>
        <p:nvSpPr>
          <p:cNvPr id="93" name="vector-91">
            <a:extLst xmlns:a="http://schemas.openxmlformats.org/drawingml/2006/main">
              <a:ext uri="{FF2B5EF4-FFF2-40B4-BE49-F238E27FC236}">
                <a16:creationId xmlns:a16="http://schemas.microsoft.com/office/drawing/2014/main" id="{FA8DDFEA-472A-49DD-92A3-846842B05B0F}"/>
              </a:ext>
            </a:extLst>
          </p:cNvPr>
          <p:cNvSpPr>
            <a:spLocks xmlns:a="http://schemas.openxmlformats.org/drawingml/2006/main" noGrp="1"/>
          </p:cNvSpPr>
          <p:nvPr/>
        </p:nvSpPr>
        <p:spPr>
          <a:xfrm xmlns:a="http://schemas.openxmlformats.org/drawingml/2006/main">
            <a:off x="4057650" y="4591050"/>
            <a:ext cx="723900"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a:solidFill>
                  <a:srgbClr val="B67F38"/>
                </a:solidFill>
                <a:latin typeface="Arial"/>
                <a:ea typeface="Arial"/>
                <a:cs typeface="Arial"/>
              </a:defRPr>
            </a:pPr>
            <a:r>
              <a:rPr sz="1575" b="1">
                <a:solidFill>
                  <a:srgbClr val="B67F38"/>
                </a:solidFill>
                <a:latin typeface="Arial"/>
                <a:ea typeface="Arial"/>
                <a:cs typeface="Arial"/>
              </a:rPr>
              <a:t>LoRA</a:t>
            </a:r>
          </a:p>
        </p:txBody>
      </p:sp>
      <p:sp>
        <p:nvSpPr>
          <p:cNvPr id="94" name="vector-92">
            <a:extLst xmlns:a="http://schemas.openxmlformats.org/drawingml/2006/main">
              <a:ext uri="{FF2B5EF4-FFF2-40B4-BE49-F238E27FC236}">
                <a16:creationId xmlns:a16="http://schemas.microsoft.com/office/drawing/2014/main" id="{C82B9256-0217-40A4-AC0D-A9494759D065}"/>
              </a:ext>
            </a:extLst>
          </p:cNvPr>
          <p:cNvSpPr>
            <a:spLocks xmlns:a="http://schemas.openxmlformats.org/drawingml/2006/main" noGrp="1"/>
          </p:cNvSpPr>
          <p:nvPr/>
        </p:nvSpPr>
        <p:spPr>
          <a:xfrm xmlns:a="http://schemas.openxmlformats.org/drawingml/2006/main">
            <a:off x="4895850" y="4600575"/>
            <a:ext cx="228600" cy="228600"/>
          </a:xfrm>
          <a:prstGeom xmlns:a="http://schemas.openxmlformats.org/drawingml/2006/main" prst="ellipse">
            <a:avLst/>
          </a:prstGeom>
          <a:solidFill xmlns:a="http://schemas.openxmlformats.org/drawingml/2006/main">
            <a:srgbClr val="FBF4EA"/>
          </a:solidFill>
          <a:ln xmlns:a="http://schemas.openxmlformats.org/drawingml/2006/main" w="15240">
            <a:solidFill>
              <a:srgbClr val="B67F38"/>
            </a:solidFill>
          </a:ln>
        </p:spPr>
      </p:sp>
      <p:sp>
        <p:nvSpPr>
          <p:cNvPr id="95" name="vector-93">
            <a:extLst xmlns:a="http://schemas.openxmlformats.org/drawingml/2006/main">
              <a:ext uri="{FF2B5EF4-FFF2-40B4-BE49-F238E27FC236}">
                <a16:creationId xmlns:a16="http://schemas.microsoft.com/office/drawing/2014/main" id="{E548257B-1EA4-40BD-BBDD-029F0595D016}"/>
              </a:ext>
            </a:extLst>
          </p:cNvPr>
          <p:cNvSpPr>
            <a:spLocks xmlns:a="http://schemas.openxmlformats.org/drawingml/2006/main" noGrp="1"/>
          </p:cNvSpPr>
          <p:nvPr/>
        </p:nvSpPr>
        <p:spPr>
          <a:xfrm xmlns:a="http://schemas.openxmlformats.org/drawingml/2006/main">
            <a:off x="4895850" y="4610100"/>
            <a:ext cx="228600" cy="2095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1">
                <a:solidFill>
                  <a:srgbClr val="B67F38"/>
                </a:solidFill>
                <a:latin typeface="Arial"/>
                <a:ea typeface="Arial"/>
                <a:cs typeface="Arial"/>
              </a:defRPr>
            </a:pPr>
            <a:r>
              <a:rPr sz="1200" b="1">
                <a:solidFill>
                  <a:srgbClr val="B67F38"/>
                </a:solidFill>
                <a:latin typeface="Arial"/>
                <a:ea typeface="Arial"/>
                <a:cs typeface="Arial"/>
              </a:rPr>
              <a:t>Q</a:t>
            </a:r>
          </a:p>
        </p:txBody>
      </p:sp>
      <p:sp>
        <p:nvSpPr>
          <p:cNvPr id="96" name="vector-94">
            <a:extLst xmlns:a="http://schemas.openxmlformats.org/drawingml/2006/main">
              <a:ext uri="{FF2B5EF4-FFF2-40B4-BE49-F238E27FC236}">
                <a16:creationId xmlns:a16="http://schemas.microsoft.com/office/drawing/2014/main" id="{1F575797-675E-4224-B840-7499261F7451}"/>
              </a:ext>
            </a:extLst>
          </p:cNvPr>
          <p:cNvSpPr>
            <a:spLocks xmlns:a="http://schemas.openxmlformats.org/drawingml/2006/main" noGrp="1"/>
          </p:cNvSpPr>
          <p:nvPr/>
        </p:nvSpPr>
        <p:spPr>
          <a:xfrm xmlns:a="http://schemas.openxmlformats.org/drawingml/2006/main">
            <a:off x="5210175" y="4600575"/>
            <a:ext cx="228600" cy="228600"/>
          </a:xfrm>
          <a:prstGeom xmlns:a="http://schemas.openxmlformats.org/drawingml/2006/main" prst="ellipse">
            <a:avLst/>
          </a:prstGeom>
          <a:solidFill xmlns:a="http://schemas.openxmlformats.org/drawingml/2006/main">
            <a:srgbClr val="FBF4EA"/>
          </a:solidFill>
          <a:ln xmlns:a="http://schemas.openxmlformats.org/drawingml/2006/main" w="15240">
            <a:solidFill>
              <a:srgbClr val="B67F38"/>
            </a:solidFill>
          </a:ln>
        </p:spPr>
      </p:sp>
      <p:sp>
        <p:nvSpPr>
          <p:cNvPr id="97" name="vector-95">
            <a:extLst xmlns:a="http://schemas.openxmlformats.org/drawingml/2006/main">
              <a:ext uri="{FF2B5EF4-FFF2-40B4-BE49-F238E27FC236}">
                <a16:creationId xmlns:a16="http://schemas.microsoft.com/office/drawing/2014/main" id="{FA760DEC-2972-4B7A-9B6F-D141BB2A6F2D}"/>
              </a:ext>
            </a:extLst>
          </p:cNvPr>
          <p:cNvSpPr>
            <a:spLocks xmlns:a="http://schemas.openxmlformats.org/drawingml/2006/main" noGrp="1"/>
          </p:cNvSpPr>
          <p:nvPr/>
        </p:nvSpPr>
        <p:spPr>
          <a:xfrm xmlns:a="http://schemas.openxmlformats.org/drawingml/2006/main">
            <a:off x="5210175" y="4610100"/>
            <a:ext cx="228600" cy="2095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1">
                <a:solidFill>
                  <a:srgbClr val="B67F38"/>
                </a:solidFill>
                <a:latin typeface="Arial"/>
                <a:ea typeface="Arial"/>
                <a:cs typeface="Arial"/>
              </a:defRPr>
            </a:pPr>
            <a:r>
              <a:rPr sz="1200" b="1">
                <a:solidFill>
                  <a:srgbClr val="B67F38"/>
                </a:solidFill>
                <a:latin typeface="Arial"/>
                <a:ea typeface="Arial"/>
                <a:cs typeface="Arial"/>
              </a:rPr>
              <a:t>K</a:t>
            </a:r>
          </a:p>
        </p:txBody>
      </p:sp>
      <p:sp>
        <p:nvSpPr>
          <p:cNvPr id="98" name="vector-96">
            <a:extLst xmlns:a="http://schemas.openxmlformats.org/drawingml/2006/main">
              <a:ext uri="{FF2B5EF4-FFF2-40B4-BE49-F238E27FC236}">
                <a16:creationId xmlns:a16="http://schemas.microsoft.com/office/drawing/2014/main" id="{F25C3B51-C4CB-4E38-A3BE-E1D56DAFDA06}"/>
              </a:ext>
            </a:extLst>
          </p:cNvPr>
          <p:cNvSpPr>
            <a:spLocks xmlns:a="http://schemas.openxmlformats.org/drawingml/2006/main" noGrp="1"/>
          </p:cNvSpPr>
          <p:nvPr/>
        </p:nvSpPr>
        <p:spPr>
          <a:xfrm xmlns:a="http://schemas.openxmlformats.org/drawingml/2006/main">
            <a:off x="5524500" y="4600575"/>
            <a:ext cx="228600" cy="228600"/>
          </a:xfrm>
          <a:prstGeom xmlns:a="http://schemas.openxmlformats.org/drawingml/2006/main" prst="ellipse">
            <a:avLst/>
          </a:prstGeom>
          <a:solidFill xmlns:a="http://schemas.openxmlformats.org/drawingml/2006/main">
            <a:srgbClr val="FBF4EA"/>
          </a:solidFill>
          <a:ln xmlns:a="http://schemas.openxmlformats.org/drawingml/2006/main" w="15240">
            <a:solidFill>
              <a:srgbClr val="B67F38"/>
            </a:solidFill>
          </a:ln>
        </p:spPr>
      </p:sp>
      <p:sp>
        <p:nvSpPr>
          <p:cNvPr id="99" name="vector-97">
            <a:extLst xmlns:a="http://schemas.openxmlformats.org/drawingml/2006/main">
              <a:ext uri="{FF2B5EF4-FFF2-40B4-BE49-F238E27FC236}">
                <a16:creationId xmlns:a16="http://schemas.microsoft.com/office/drawing/2014/main" id="{9323BD2C-B833-4639-B38E-A912FC9FB6CD}"/>
              </a:ext>
            </a:extLst>
          </p:cNvPr>
          <p:cNvSpPr>
            <a:spLocks xmlns:a="http://schemas.openxmlformats.org/drawingml/2006/main" noGrp="1"/>
          </p:cNvSpPr>
          <p:nvPr/>
        </p:nvSpPr>
        <p:spPr>
          <a:xfrm xmlns:a="http://schemas.openxmlformats.org/drawingml/2006/main">
            <a:off x="5524500" y="4610100"/>
            <a:ext cx="228600" cy="2095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1">
                <a:solidFill>
                  <a:srgbClr val="B67F38"/>
                </a:solidFill>
                <a:latin typeface="Arial"/>
                <a:ea typeface="Arial"/>
                <a:cs typeface="Arial"/>
              </a:defRPr>
            </a:pPr>
            <a:r>
              <a:rPr sz="1200" b="1">
                <a:solidFill>
                  <a:srgbClr val="B67F38"/>
                </a:solidFill>
                <a:latin typeface="Arial"/>
                <a:ea typeface="Arial"/>
                <a:cs typeface="Arial"/>
              </a:rPr>
              <a:t>V</a:t>
            </a:r>
          </a:p>
        </p:txBody>
      </p:sp>
      <p:sp>
        <p:nvSpPr>
          <p:cNvPr id="100" name="vector-98">
            <a:extLst xmlns:a="http://schemas.openxmlformats.org/drawingml/2006/main">
              <a:ext uri="{FF2B5EF4-FFF2-40B4-BE49-F238E27FC236}">
                <a16:creationId xmlns:a16="http://schemas.microsoft.com/office/drawing/2014/main" id="{2B6B2905-860C-4927-B357-056AE8173599}"/>
              </a:ext>
            </a:extLst>
          </p:cNvPr>
          <p:cNvSpPr>
            <a:spLocks xmlns:a="http://schemas.openxmlformats.org/drawingml/2006/main" noGrp="1"/>
          </p:cNvSpPr>
          <p:nvPr/>
        </p:nvSpPr>
        <p:spPr>
          <a:xfrm xmlns:a="http://schemas.openxmlformats.org/drawingml/2006/main">
            <a:off x="609600" y="3314700"/>
            <a:ext cx="676275" cy="638175"/>
          </a:xfrm>
          <a:prstGeom xmlns:a="http://schemas.openxmlformats.org/drawingml/2006/main" prst="roundRect">
            <a:avLst>
              <a:gd name="adj" fmla="val 11940"/>
            </a:avLst>
          </a:prstGeom>
          <a:solidFill xmlns:a="http://schemas.openxmlformats.org/drawingml/2006/main">
            <a:srgbClr val="F4F7F8"/>
          </a:solidFill>
          <a:ln xmlns:a="http://schemas.openxmlformats.org/drawingml/2006/main" w="16193">
            <a:solidFill>
              <a:srgbClr val="747E8A"/>
            </a:solidFill>
          </a:ln>
        </p:spPr>
      </p:sp>
      <p:sp>
        <p:nvSpPr>
          <p:cNvPr id="101" name="vector-99">
            <a:extLst xmlns:a="http://schemas.openxmlformats.org/drawingml/2006/main">
              <a:ext uri="{FF2B5EF4-FFF2-40B4-BE49-F238E27FC236}">
                <a16:creationId xmlns:a16="http://schemas.microsoft.com/office/drawing/2014/main" id="{8BAB7C75-E619-42F7-8EC5-03CBA96FA68C}"/>
              </a:ext>
            </a:extLst>
          </p:cNvPr>
          <p:cNvSpPr>
            <a:spLocks xmlns:a="http://schemas.openxmlformats.org/drawingml/2006/main" noGrp="1"/>
          </p:cNvSpPr>
          <p:nvPr/>
        </p:nvSpPr>
        <p:spPr>
          <a:xfrm xmlns:a="http://schemas.openxmlformats.org/drawingml/2006/main">
            <a:off x="733425" y="3448050"/>
            <a:ext cx="171450" cy="352425"/>
          </a:xfrm>
          <a:prstGeom xmlns:a="http://schemas.openxmlformats.org/drawingml/2006/main" prst="ellipse">
            <a:avLst/>
          </a:prstGeom>
          <a:solidFill xmlns:a="http://schemas.openxmlformats.org/drawingml/2006/main">
            <a:srgbClr val="C5D3D7"/>
          </a:solidFill>
          <a:ln xmlns:a="http://schemas.openxmlformats.org/drawingml/2006/main" w="0">
            <a:noFill/>
          </a:ln>
        </p:spPr>
      </p:sp>
      <p:sp>
        <p:nvSpPr>
          <p:cNvPr id="102" name="vector-100">
            <a:extLst xmlns:a="http://schemas.openxmlformats.org/drawingml/2006/main">
              <a:ext uri="{FF2B5EF4-FFF2-40B4-BE49-F238E27FC236}">
                <a16:creationId xmlns:a16="http://schemas.microsoft.com/office/drawing/2014/main" id="{C620C055-CBD0-4641-9CCC-CE3398E634AB}"/>
              </a:ext>
            </a:extLst>
          </p:cNvPr>
          <p:cNvSpPr>
            <a:spLocks xmlns:a="http://schemas.openxmlformats.org/drawingml/2006/main" noGrp="1"/>
          </p:cNvSpPr>
          <p:nvPr/>
        </p:nvSpPr>
        <p:spPr>
          <a:xfrm xmlns:a="http://schemas.openxmlformats.org/drawingml/2006/main">
            <a:off x="990600" y="3448050"/>
            <a:ext cx="171450" cy="352425"/>
          </a:xfrm>
          <a:prstGeom xmlns:a="http://schemas.openxmlformats.org/drawingml/2006/main" prst="ellipse">
            <a:avLst/>
          </a:prstGeom>
          <a:solidFill xmlns:a="http://schemas.openxmlformats.org/drawingml/2006/main">
            <a:srgbClr val="C5D3D7"/>
          </a:solidFill>
          <a:ln xmlns:a="http://schemas.openxmlformats.org/drawingml/2006/main" w="0">
            <a:noFill/>
          </a:ln>
        </p:spPr>
      </p:sp>
      <p:sp>
        <p:nvSpPr>
          <p:cNvPr id="103" name="path-101">
            <a:extLst xmlns:a="http://schemas.openxmlformats.org/drawingml/2006/main">
              <a:ext uri="{FF2B5EF4-FFF2-40B4-BE49-F238E27FC236}">
                <a16:creationId xmlns:a16="http://schemas.microsoft.com/office/drawing/2014/main" id="{564369CC-192B-4645-8612-38670582A5BD}"/>
              </a:ext>
            </a:extLst>
          </p:cNvPr>
          <p:cNvSpPr>
            <a:spLocks xmlns:a="http://schemas.openxmlformats.org/drawingml/2006/main" noGrp="1"/>
          </p:cNvSpPr>
          <p:nvPr/>
        </p:nvSpPr>
        <p:spPr>
          <a:xfrm xmlns:a="http://schemas.openxmlformats.org/drawingml/2006/main">
            <a:off x="942975" y="3390900"/>
            <a:ext cx="953" cy="457200"/>
          </a:xfrm>
          <a:custGeom xmlns:a="http://schemas.openxmlformats.org/drawingml/2006/main">
            <a:pathLst>
              <a:path w="953" h="457200">
                <a:moveTo>
                  <a:pt x="0" y="0"/>
                </a:moveTo>
                <a:lnTo>
                  <a:pt x="0" y="457200"/>
                </a:lnTo>
              </a:path>
            </a:pathLst>
          </a:custGeom>
          <a:noFill xmlns:a="http://schemas.openxmlformats.org/drawingml/2006/main"/>
          <a:ln xmlns:a="http://schemas.openxmlformats.org/drawingml/2006/main" w="17145">
            <a:solidFill>
              <a:srgbClr val="747E8A"/>
            </a:solidFill>
          </a:ln>
        </p:spPr>
      </p:sp>
      <p:sp>
        <p:nvSpPr>
          <p:cNvPr id="104" name="path-102">
            <a:extLst xmlns:a="http://schemas.openxmlformats.org/drawingml/2006/main">
              <a:ext uri="{FF2B5EF4-FFF2-40B4-BE49-F238E27FC236}">
                <a16:creationId xmlns:a16="http://schemas.microsoft.com/office/drawing/2014/main" id="{F593F991-EF79-4791-AF82-FC864F521946}"/>
              </a:ext>
            </a:extLst>
          </p:cNvPr>
          <p:cNvSpPr>
            <a:spLocks xmlns:a="http://schemas.openxmlformats.org/drawingml/2006/main" noGrp="1"/>
          </p:cNvSpPr>
          <p:nvPr/>
        </p:nvSpPr>
        <p:spPr>
          <a:xfrm xmlns:a="http://schemas.openxmlformats.org/drawingml/2006/main">
            <a:off x="752475" y="3514725"/>
            <a:ext cx="142875" cy="47625"/>
          </a:xfrm>
          <a:custGeom xmlns:a="http://schemas.openxmlformats.org/drawingml/2006/main">
            <a:pathLst>
              <a:path w="142875" h="47625">
                <a:moveTo>
                  <a:pt x="0" y="0"/>
                </a:moveTo>
                <a:lnTo>
                  <a:pt x="142875" y="47625"/>
                </a:lnTo>
              </a:path>
            </a:pathLst>
          </a:custGeom>
          <a:noFill xmlns:a="http://schemas.openxmlformats.org/drawingml/2006/main"/>
          <a:ln xmlns:a="http://schemas.openxmlformats.org/drawingml/2006/main" w="15240">
            <a:solidFill>
              <a:srgbClr val="FFFFFF"/>
            </a:solidFill>
          </a:ln>
        </p:spPr>
      </p:sp>
      <p:sp>
        <p:nvSpPr>
          <p:cNvPr id="105" name="path-103">
            <a:extLst xmlns:a="http://schemas.openxmlformats.org/drawingml/2006/main">
              <a:ext uri="{FF2B5EF4-FFF2-40B4-BE49-F238E27FC236}">
                <a16:creationId xmlns:a16="http://schemas.microsoft.com/office/drawing/2014/main" id="{581550B6-EE51-4A9D-8D16-0584F4BF108A}"/>
              </a:ext>
            </a:extLst>
          </p:cNvPr>
          <p:cNvSpPr>
            <a:spLocks xmlns:a="http://schemas.openxmlformats.org/drawingml/2006/main" noGrp="1"/>
          </p:cNvSpPr>
          <p:nvPr/>
        </p:nvSpPr>
        <p:spPr>
          <a:xfrm xmlns:a="http://schemas.openxmlformats.org/drawingml/2006/main">
            <a:off x="1009650" y="3514725"/>
            <a:ext cx="123825" cy="47625"/>
          </a:xfrm>
          <a:custGeom xmlns:a="http://schemas.openxmlformats.org/drawingml/2006/main">
            <a:pathLst>
              <a:path w="123825" h="47625">
                <a:moveTo>
                  <a:pt x="0" y="47625"/>
                </a:moveTo>
                <a:lnTo>
                  <a:pt x="123825" y="0"/>
                </a:lnTo>
              </a:path>
            </a:pathLst>
          </a:custGeom>
          <a:noFill xmlns:a="http://schemas.openxmlformats.org/drawingml/2006/main"/>
          <a:ln xmlns:a="http://schemas.openxmlformats.org/drawingml/2006/main" w="15240">
            <a:solidFill>
              <a:srgbClr val="FFFFFF"/>
            </a:solidFill>
          </a:ln>
        </p:spPr>
      </p:sp>
      <p:sp>
        <p:nvSpPr>
          <p:cNvPr id="106" name="path-104">
            <a:extLst xmlns:a="http://schemas.openxmlformats.org/drawingml/2006/main">
              <a:ext uri="{FF2B5EF4-FFF2-40B4-BE49-F238E27FC236}">
                <a16:creationId xmlns:a16="http://schemas.microsoft.com/office/drawing/2014/main" id="{540516E9-99F3-42F4-9C8D-88D00B1BFFE0}"/>
              </a:ext>
            </a:extLst>
          </p:cNvPr>
          <p:cNvSpPr>
            <a:spLocks xmlns:a="http://schemas.openxmlformats.org/drawingml/2006/main" noGrp="1"/>
          </p:cNvSpPr>
          <p:nvPr/>
        </p:nvSpPr>
        <p:spPr>
          <a:xfrm xmlns:a="http://schemas.openxmlformats.org/drawingml/2006/main">
            <a:off x="752475" y="3590925"/>
            <a:ext cx="142875" cy="38100"/>
          </a:xfrm>
          <a:custGeom xmlns:a="http://schemas.openxmlformats.org/drawingml/2006/main">
            <a:pathLst>
              <a:path w="142875" h="38100">
                <a:moveTo>
                  <a:pt x="0" y="0"/>
                </a:moveTo>
                <a:lnTo>
                  <a:pt x="142875" y="38100"/>
                </a:lnTo>
              </a:path>
            </a:pathLst>
          </a:custGeom>
          <a:noFill xmlns:a="http://schemas.openxmlformats.org/drawingml/2006/main"/>
          <a:ln xmlns:a="http://schemas.openxmlformats.org/drawingml/2006/main" w="15240">
            <a:solidFill>
              <a:srgbClr val="FFFFFF"/>
            </a:solidFill>
          </a:ln>
        </p:spPr>
      </p:sp>
      <p:sp>
        <p:nvSpPr>
          <p:cNvPr id="107" name="path-105">
            <a:extLst xmlns:a="http://schemas.openxmlformats.org/drawingml/2006/main">
              <a:ext uri="{FF2B5EF4-FFF2-40B4-BE49-F238E27FC236}">
                <a16:creationId xmlns:a16="http://schemas.microsoft.com/office/drawing/2014/main" id="{5D810800-2F8B-47A5-81A6-BB8D831430C7}"/>
              </a:ext>
            </a:extLst>
          </p:cNvPr>
          <p:cNvSpPr>
            <a:spLocks xmlns:a="http://schemas.openxmlformats.org/drawingml/2006/main" noGrp="1"/>
          </p:cNvSpPr>
          <p:nvPr/>
        </p:nvSpPr>
        <p:spPr>
          <a:xfrm xmlns:a="http://schemas.openxmlformats.org/drawingml/2006/main">
            <a:off x="1009650" y="3590925"/>
            <a:ext cx="123825" cy="38100"/>
          </a:xfrm>
          <a:custGeom xmlns:a="http://schemas.openxmlformats.org/drawingml/2006/main">
            <a:pathLst>
              <a:path w="123825" h="38100">
                <a:moveTo>
                  <a:pt x="0" y="38100"/>
                </a:moveTo>
                <a:lnTo>
                  <a:pt x="123825" y="0"/>
                </a:lnTo>
              </a:path>
            </a:pathLst>
          </a:custGeom>
          <a:noFill xmlns:a="http://schemas.openxmlformats.org/drawingml/2006/main"/>
          <a:ln xmlns:a="http://schemas.openxmlformats.org/drawingml/2006/main" w="15240">
            <a:solidFill>
              <a:srgbClr val="FFFFFF"/>
            </a:solidFill>
          </a:ln>
        </p:spPr>
      </p:sp>
      <p:sp>
        <p:nvSpPr>
          <p:cNvPr id="108" name="path-106">
            <a:extLst xmlns:a="http://schemas.openxmlformats.org/drawingml/2006/main">
              <a:ext uri="{FF2B5EF4-FFF2-40B4-BE49-F238E27FC236}">
                <a16:creationId xmlns:a16="http://schemas.microsoft.com/office/drawing/2014/main" id="{6FEE3C10-763C-479F-9EBF-55801A13FAB1}"/>
              </a:ext>
            </a:extLst>
          </p:cNvPr>
          <p:cNvSpPr>
            <a:spLocks xmlns:a="http://schemas.openxmlformats.org/drawingml/2006/main" noGrp="1"/>
          </p:cNvSpPr>
          <p:nvPr/>
        </p:nvSpPr>
        <p:spPr>
          <a:xfrm xmlns:a="http://schemas.openxmlformats.org/drawingml/2006/main">
            <a:off x="752475" y="3667125"/>
            <a:ext cx="142875" cy="28575"/>
          </a:xfrm>
          <a:custGeom xmlns:a="http://schemas.openxmlformats.org/drawingml/2006/main">
            <a:pathLst>
              <a:path w="142875" h="28575">
                <a:moveTo>
                  <a:pt x="0" y="0"/>
                </a:moveTo>
                <a:lnTo>
                  <a:pt x="142875" y="28575"/>
                </a:lnTo>
              </a:path>
            </a:pathLst>
          </a:custGeom>
          <a:noFill xmlns:a="http://schemas.openxmlformats.org/drawingml/2006/main"/>
          <a:ln xmlns:a="http://schemas.openxmlformats.org/drawingml/2006/main" w="15240">
            <a:solidFill>
              <a:srgbClr val="FFFFFF"/>
            </a:solidFill>
          </a:ln>
        </p:spPr>
      </p:sp>
      <p:sp>
        <p:nvSpPr>
          <p:cNvPr id="109" name="path-107">
            <a:extLst xmlns:a="http://schemas.openxmlformats.org/drawingml/2006/main">
              <a:ext uri="{FF2B5EF4-FFF2-40B4-BE49-F238E27FC236}">
                <a16:creationId xmlns:a16="http://schemas.microsoft.com/office/drawing/2014/main" id="{12E5305F-189B-48AE-8830-93D1F2C15C68}"/>
              </a:ext>
            </a:extLst>
          </p:cNvPr>
          <p:cNvSpPr>
            <a:spLocks xmlns:a="http://schemas.openxmlformats.org/drawingml/2006/main" noGrp="1"/>
          </p:cNvSpPr>
          <p:nvPr/>
        </p:nvSpPr>
        <p:spPr>
          <a:xfrm xmlns:a="http://schemas.openxmlformats.org/drawingml/2006/main">
            <a:off x="1009650" y="3667125"/>
            <a:ext cx="123825" cy="28575"/>
          </a:xfrm>
          <a:custGeom xmlns:a="http://schemas.openxmlformats.org/drawingml/2006/main">
            <a:pathLst>
              <a:path w="123825" h="28575">
                <a:moveTo>
                  <a:pt x="0" y="28575"/>
                </a:moveTo>
                <a:lnTo>
                  <a:pt x="123825" y="0"/>
                </a:lnTo>
              </a:path>
            </a:pathLst>
          </a:custGeom>
          <a:noFill xmlns:a="http://schemas.openxmlformats.org/drawingml/2006/main"/>
          <a:ln xmlns:a="http://schemas.openxmlformats.org/drawingml/2006/main" w="15240">
            <a:solidFill>
              <a:srgbClr val="FFFFFF"/>
            </a:solidFill>
          </a:ln>
        </p:spPr>
      </p:sp>
      <p:sp>
        <p:nvSpPr>
          <p:cNvPr id="110" name="vector-108">
            <a:extLst xmlns:a="http://schemas.openxmlformats.org/drawingml/2006/main">
              <a:ext uri="{FF2B5EF4-FFF2-40B4-BE49-F238E27FC236}">
                <a16:creationId xmlns:a16="http://schemas.microsoft.com/office/drawing/2014/main" id="{678C2335-A56C-4509-8C21-2A4E90102B7E}"/>
              </a:ext>
            </a:extLst>
          </p:cNvPr>
          <p:cNvSpPr>
            <a:spLocks xmlns:a="http://schemas.openxmlformats.org/drawingml/2006/main" noGrp="1"/>
          </p:cNvSpPr>
          <p:nvPr/>
        </p:nvSpPr>
        <p:spPr>
          <a:xfrm xmlns:a="http://schemas.openxmlformats.org/drawingml/2006/main">
            <a:off x="180975" y="4133850"/>
            <a:ext cx="1571625" cy="2762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28323E"/>
                </a:solidFill>
                <a:latin typeface="Arial"/>
                <a:ea typeface="Arial"/>
                <a:cs typeface="Arial"/>
              </a:defRPr>
            </a:pPr>
            <a:r>
              <a:rPr sz="1725" b="1">
                <a:solidFill>
                  <a:srgbClr val="28323E"/>
                </a:solidFill>
                <a:latin typeface="Arial"/>
                <a:ea typeface="Arial"/>
                <a:cs typeface="Arial"/>
              </a:rPr>
              <a:t>Medical image</a:t>
            </a:r>
          </a:p>
        </p:txBody>
      </p:sp>
      <p:sp>
        <p:nvSpPr>
          <p:cNvPr id="111" name="vector-109">
            <a:extLst xmlns:a="http://schemas.openxmlformats.org/drawingml/2006/main">
              <a:ext uri="{FF2B5EF4-FFF2-40B4-BE49-F238E27FC236}">
                <a16:creationId xmlns:a16="http://schemas.microsoft.com/office/drawing/2014/main" id="{BF93E539-40F4-4AB3-A12C-2A0388477777}"/>
              </a:ext>
            </a:extLst>
          </p:cNvPr>
          <p:cNvSpPr>
            <a:spLocks xmlns:a="http://schemas.openxmlformats.org/drawingml/2006/main" noGrp="1"/>
          </p:cNvSpPr>
          <p:nvPr/>
        </p:nvSpPr>
        <p:spPr>
          <a:xfrm xmlns:a="http://schemas.openxmlformats.org/drawingml/2006/main">
            <a:off x="390525" y="4438650"/>
            <a:ext cx="1162050" cy="2381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0">
                <a:solidFill>
                  <a:srgbClr val="747E8A"/>
                </a:solidFill>
                <a:latin typeface="Arial"/>
                <a:ea typeface="Arial"/>
                <a:cs typeface="Arial"/>
              </a:defRPr>
            </a:pPr>
            <a:r>
              <a:rPr sz="1500" b="0">
                <a:solidFill>
                  <a:srgbClr val="747E8A"/>
                </a:solidFill>
                <a:latin typeface="Arial"/>
                <a:ea typeface="Arial"/>
                <a:cs typeface="Arial"/>
              </a:rPr>
              <a:t>optional</a:t>
            </a:r>
          </a:p>
        </p:txBody>
      </p:sp>
      <p:sp>
        <p:nvSpPr>
          <p:cNvPr id="112" name="vector-110">
            <a:extLst xmlns:a="http://schemas.openxmlformats.org/drawingml/2006/main">
              <a:ext uri="{FF2B5EF4-FFF2-40B4-BE49-F238E27FC236}">
                <a16:creationId xmlns:a16="http://schemas.microsoft.com/office/drawing/2014/main" id="{ADECE1ED-667E-44EF-8064-AF3018B8D609}"/>
              </a:ext>
            </a:extLst>
          </p:cNvPr>
          <p:cNvSpPr>
            <a:spLocks xmlns:a="http://schemas.openxmlformats.org/drawingml/2006/main" noGrp="1"/>
          </p:cNvSpPr>
          <p:nvPr/>
        </p:nvSpPr>
        <p:spPr>
          <a:xfrm xmlns:a="http://schemas.openxmlformats.org/drawingml/2006/main">
            <a:off x="1437799" y="3704749"/>
            <a:ext cx="953" cy="953"/>
          </a:xfrm>
          <a:prstGeom xmlns:a="http://schemas.openxmlformats.org/drawingml/2006/main" prst="rect">
            <a:avLst/>
          </a:prstGeom>
          <a:noFill xmlns:a="http://schemas.openxmlformats.org/drawingml/2006/main"/>
          <a:ln xmlns:a="http://schemas.openxmlformats.org/drawingml/2006/main" w="15240">
            <a:noFill/>
          </a:ln>
        </p:spPr>
      </p:sp>
      <p:sp>
        <p:nvSpPr>
          <p:cNvPr id="113" name="vector-111">
            <a:extLst xmlns:a="http://schemas.openxmlformats.org/drawingml/2006/main">
              <a:ext uri="{FF2B5EF4-FFF2-40B4-BE49-F238E27FC236}">
                <a16:creationId xmlns:a16="http://schemas.microsoft.com/office/drawing/2014/main" id="{9D6E1558-EDFC-4A49-AD4B-8167B26578E3}"/>
              </a:ext>
            </a:extLst>
          </p:cNvPr>
          <p:cNvSpPr>
            <a:spLocks xmlns:a="http://schemas.openxmlformats.org/drawingml/2006/main" noGrp="1"/>
          </p:cNvSpPr>
          <p:nvPr/>
        </p:nvSpPr>
        <p:spPr>
          <a:xfrm xmlns:a="http://schemas.openxmlformats.org/drawingml/2006/main">
            <a:off x="4323874" y="3704749"/>
            <a:ext cx="953" cy="953"/>
          </a:xfrm>
          <a:prstGeom xmlns:a="http://schemas.openxmlformats.org/drawingml/2006/main" prst="rect">
            <a:avLst/>
          </a:prstGeom>
          <a:noFill xmlns:a="http://schemas.openxmlformats.org/drawingml/2006/main"/>
          <a:ln xmlns:a="http://schemas.openxmlformats.org/drawingml/2006/main" w="15240">
            <a:noFill/>
          </a:ln>
        </p:spPr>
      </p:sp>
      <p:cxnSp>
        <p:nvCxnSpPr>
          <p:cNvPr id="334" name=""/>
          <p:cNvCxnSpPr>
            <a:stCxn xmlns:a="http://schemas.openxmlformats.org/drawingml/2006/main" id="112" idx="3"/>
            <a:endCxn xmlns:a="http://schemas.openxmlformats.org/drawingml/2006/main" id="113" idx="1"/>
          </p:cNvCxnSpPr>
          <p:nvPr/>
        </p:nvCxnSpPr>
        <p:spPr>
          <a:xfrm xmlns:a="http://schemas.openxmlformats.org/drawingml/2006/main">
            <a:off x="1438752" y="3705226"/>
            <a:ext cx="2885122" cy="0"/>
          </a:xfrm>
          <a:prstGeom xmlns:a="http://schemas.openxmlformats.org/drawingml/2006/main" prst="straightConnector1">
            <a:avLst/>
          </a:prstGeom>
          <a:ln xmlns:a="http://schemas.openxmlformats.org/drawingml/2006/main" w="17145">
            <a:solidFill>
              <a:srgbClr val="218A83"/>
            </a:solidFill>
            <a:tailEnd type="triangle" w="sm" len="sm"/>
          </a:ln>
        </p:spPr>
      </p:cxnSp>
      <p:sp>
        <p:nvSpPr>
          <p:cNvPr id="115" name="vector-112">
            <a:extLst xmlns:a="http://schemas.openxmlformats.org/drawingml/2006/main">
              <a:ext uri="{FF2B5EF4-FFF2-40B4-BE49-F238E27FC236}">
                <a16:creationId xmlns:a16="http://schemas.microsoft.com/office/drawing/2014/main" id="{60B98BDB-C0B4-450A-8F33-8855B0916674}"/>
              </a:ext>
            </a:extLst>
          </p:cNvPr>
          <p:cNvSpPr>
            <a:spLocks xmlns:a="http://schemas.openxmlformats.org/drawingml/2006/main" noGrp="1"/>
          </p:cNvSpPr>
          <p:nvPr/>
        </p:nvSpPr>
        <p:spPr>
          <a:xfrm xmlns:a="http://schemas.openxmlformats.org/drawingml/2006/main">
            <a:off x="2085975" y="3343275"/>
            <a:ext cx="1685925" cy="2571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218A83"/>
                </a:solidFill>
                <a:latin typeface="Arial"/>
                <a:ea typeface="Arial"/>
                <a:cs typeface="Arial"/>
              </a:defRPr>
            </a:pPr>
            <a:r>
              <a:rPr sz="1650" b="0">
                <a:solidFill>
                  <a:srgbClr val="218A83"/>
                </a:solidFill>
                <a:latin typeface="Arial"/>
                <a:ea typeface="Arial"/>
                <a:cs typeface="Arial"/>
              </a:rPr>
              <a:t>Encode once</a:t>
            </a:r>
          </a:p>
        </p:txBody>
      </p:sp>
      <p:sp>
        <p:nvSpPr>
          <p:cNvPr id="116" name="vector-113">
            <a:extLst xmlns:a="http://schemas.openxmlformats.org/drawingml/2006/main">
              <a:ext uri="{FF2B5EF4-FFF2-40B4-BE49-F238E27FC236}">
                <a16:creationId xmlns:a16="http://schemas.microsoft.com/office/drawing/2014/main" id="{3129439B-0F04-49B2-9BFA-DB15DC668FEB}"/>
              </a:ext>
            </a:extLst>
          </p:cNvPr>
          <p:cNvSpPr>
            <a:spLocks xmlns:a="http://schemas.openxmlformats.org/drawingml/2006/main" noGrp="1"/>
          </p:cNvSpPr>
          <p:nvPr/>
        </p:nvSpPr>
        <p:spPr>
          <a:xfrm xmlns:a="http://schemas.openxmlformats.org/drawingml/2006/main">
            <a:off x="5809774" y="1599724"/>
            <a:ext cx="953" cy="953"/>
          </a:xfrm>
          <a:prstGeom xmlns:a="http://schemas.openxmlformats.org/drawingml/2006/main" prst="rect">
            <a:avLst/>
          </a:prstGeom>
          <a:noFill xmlns:a="http://schemas.openxmlformats.org/drawingml/2006/main"/>
          <a:ln xmlns:a="http://schemas.openxmlformats.org/drawingml/2006/main" w="15240">
            <a:noFill/>
          </a:ln>
        </p:spPr>
      </p:sp>
      <p:sp>
        <p:nvSpPr>
          <p:cNvPr id="117" name="vector-114">
            <a:extLst xmlns:a="http://schemas.openxmlformats.org/drawingml/2006/main">
              <a:ext uri="{FF2B5EF4-FFF2-40B4-BE49-F238E27FC236}">
                <a16:creationId xmlns:a16="http://schemas.microsoft.com/office/drawing/2014/main" id="{013E345A-6D00-448D-AB6B-DA793E6820FD}"/>
              </a:ext>
            </a:extLst>
          </p:cNvPr>
          <p:cNvSpPr>
            <a:spLocks xmlns:a="http://schemas.openxmlformats.org/drawingml/2006/main" noGrp="1"/>
          </p:cNvSpPr>
          <p:nvPr/>
        </p:nvSpPr>
        <p:spPr>
          <a:xfrm xmlns:a="http://schemas.openxmlformats.org/drawingml/2006/main">
            <a:off x="6457474" y="1599724"/>
            <a:ext cx="953" cy="953"/>
          </a:xfrm>
          <a:prstGeom xmlns:a="http://schemas.openxmlformats.org/drawingml/2006/main" prst="rect">
            <a:avLst/>
          </a:prstGeom>
          <a:noFill xmlns:a="http://schemas.openxmlformats.org/drawingml/2006/main"/>
          <a:ln xmlns:a="http://schemas.openxmlformats.org/drawingml/2006/main" w="15240">
            <a:noFill/>
          </a:ln>
        </p:spPr>
      </p:sp>
      <p:cxnSp>
        <p:nvCxnSpPr>
          <p:cNvPr id="338" name=""/>
          <p:cNvCxnSpPr>
            <a:stCxn xmlns:a="http://schemas.openxmlformats.org/drawingml/2006/main" id="116" idx="3"/>
            <a:endCxn xmlns:a="http://schemas.openxmlformats.org/drawingml/2006/main" id="117" idx="1"/>
          </p:cNvCxnSpPr>
          <p:nvPr/>
        </p:nvCxnSpPr>
        <p:spPr>
          <a:xfrm xmlns:a="http://schemas.openxmlformats.org/drawingml/2006/main">
            <a:off x="5810727" y="1600201"/>
            <a:ext cx="646747" cy="0"/>
          </a:xfrm>
          <a:prstGeom xmlns:a="http://schemas.openxmlformats.org/drawingml/2006/main" prst="straightConnector1">
            <a:avLst/>
          </a:prstGeom>
          <a:ln xmlns:a="http://schemas.openxmlformats.org/drawingml/2006/main" w="17145">
            <a:solidFill>
              <a:srgbClr val="218A83"/>
            </a:solidFill>
            <a:tailEnd type="triangle" w="sm" len="sm"/>
          </a:ln>
        </p:spPr>
      </p:cxnSp>
      <p:sp>
        <p:nvSpPr>
          <p:cNvPr id="119" name="path-115">
            <a:extLst xmlns:a="http://schemas.openxmlformats.org/drawingml/2006/main">
              <a:ext uri="{FF2B5EF4-FFF2-40B4-BE49-F238E27FC236}">
                <a16:creationId xmlns:a16="http://schemas.microsoft.com/office/drawing/2014/main" id="{1A62C22C-2F79-4608-8374-6033F60ED43F}"/>
              </a:ext>
            </a:extLst>
          </p:cNvPr>
          <p:cNvSpPr>
            <a:spLocks xmlns:a="http://schemas.openxmlformats.org/drawingml/2006/main" noGrp="1"/>
          </p:cNvSpPr>
          <p:nvPr/>
        </p:nvSpPr>
        <p:spPr>
          <a:xfrm xmlns:a="http://schemas.openxmlformats.org/drawingml/2006/main">
            <a:off x="6572250" y="1485900"/>
            <a:ext cx="257175" cy="114300"/>
          </a:xfrm>
          <a:custGeom xmlns:a="http://schemas.openxmlformats.org/drawingml/2006/main">
            <a:pathLst>
              <a:path w="257175" h="114300">
                <a:moveTo>
                  <a:pt x="0" y="0"/>
                </a:moveTo>
                <a:lnTo>
                  <a:pt x="257175" y="114300"/>
                </a:lnTo>
              </a:path>
            </a:pathLst>
          </a:custGeom>
          <a:noFill xmlns:a="http://schemas.openxmlformats.org/drawingml/2006/main"/>
          <a:ln xmlns:a="http://schemas.openxmlformats.org/drawingml/2006/main" w="14288">
            <a:solidFill>
              <a:srgbClr val="218A83"/>
            </a:solidFill>
          </a:ln>
        </p:spPr>
      </p:sp>
      <p:sp>
        <p:nvSpPr>
          <p:cNvPr id="120" name="path-116">
            <a:extLst xmlns:a="http://schemas.openxmlformats.org/drawingml/2006/main">
              <a:ext uri="{FF2B5EF4-FFF2-40B4-BE49-F238E27FC236}">
                <a16:creationId xmlns:a16="http://schemas.microsoft.com/office/drawing/2014/main" id="{7D95855F-C767-40E7-9750-AF642D466E27}"/>
              </a:ext>
            </a:extLst>
          </p:cNvPr>
          <p:cNvSpPr>
            <a:spLocks xmlns:a="http://schemas.openxmlformats.org/drawingml/2006/main" noGrp="1"/>
          </p:cNvSpPr>
          <p:nvPr/>
        </p:nvSpPr>
        <p:spPr>
          <a:xfrm xmlns:a="http://schemas.openxmlformats.org/drawingml/2006/main">
            <a:off x="6572250" y="1600200"/>
            <a:ext cx="257175" cy="953"/>
          </a:xfrm>
          <a:custGeom xmlns:a="http://schemas.openxmlformats.org/drawingml/2006/main">
            <a:pathLst>
              <a:path w="257175" h="953">
                <a:moveTo>
                  <a:pt x="0" y="0"/>
                </a:moveTo>
                <a:lnTo>
                  <a:pt x="257175" y="0"/>
                </a:lnTo>
              </a:path>
            </a:pathLst>
          </a:custGeom>
          <a:noFill xmlns:a="http://schemas.openxmlformats.org/drawingml/2006/main"/>
          <a:ln xmlns:a="http://schemas.openxmlformats.org/drawingml/2006/main" w="14288">
            <a:solidFill>
              <a:srgbClr val="218A83"/>
            </a:solidFill>
          </a:ln>
        </p:spPr>
      </p:sp>
      <p:sp>
        <p:nvSpPr>
          <p:cNvPr id="121" name="path-117">
            <a:extLst xmlns:a="http://schemas.openxmlformats.org/drawingml/2006/main">
              <a:ext uri="{FF2B5EF4-FFF2-40B4-BE49-F238E27FC236}">
                <a16:creationId xmlns:a16="http://schemas.microsoft.com/office/drawing/2014/main" id="{6DA18F80-5AFA-4BCF-99E5-A96B2C10DEFC}"/>
              </a:ext>
            </a:extLst>
          </p:cNvPr>
          <p:cNvSpPr>
            <a:spLocks xmlns:a="http://schemas.openxmlformats.org/drawingml/2006/main" noGrp="1"/>
          </p:cNvSpPr>
          <p:nvPr/>
        </p:nvSpPr>
        <p:spPr>
          <a:xfrm xmlns:a="http://schemas.openxmlformats.org/drawingml/2006/main">
            <a:off x="6572250" y="1600200"/>
            <a:ext cx="257175" cy="114300"/>
          </a:xfrm>
          <a:custGeom xmlns:a="http://schemas.openxmlformats.org/drawingml/2006/main">
            <a:pathLst>
              <a:path w="257175" h="114300">
                <a:moveTo>
                  <a:pt x="0" y="114300"/>
                </a:moveTo>
                <a:lnTo>
                  <a:pt x="257175" y="0"/>
                </a:lnTo>
              </a:path>
            </a:pathLst>
          </a:custGeom>
          <a:noFill xmlns:a="http://schemas.openxmlformats.org/drawingml/2006/main"/>
          <a:ln xmlns:a="http://schemas.openxmlformats.org/drawingml/2006/main" w="14288">
            <a:solidFill>
              <a:srgbClr val="218A83"/>
            </a:solidFill>
          </a:ln>
        </p:spPr>
      </p:sp>
      <p:sp>
        <p:nvSpPr>
          <p:cNvPr id="122" name="path-118">
            <a:extLst xmlns:a="http://schemas.openxmlformats.org/drawingml/2006/main">
              <a:ext uri="{FF2B5EF4-FFF2-40B4-BE49-F238E27FC236}">
                <a16:creationId xmlns:a16="http://schemas.microsoft.com/office/drawing/2014/main" id="{B46EE1B2-4182-469A-B667-EE12E5F9869D}"/>
              </a:ext>
            </a:extLst>
          </p:cNvPr>
          <p:cNvSpPr>
            <a:spLocks xmlns:a="http://schemas.openxmlformats.org/drawingml/2006/main" noGrp="1"/>
          </p:cNvSpPr>
          <p:nvPr/>
        </p:nvSpPr>
        <p:spPr>
          <a:xfrm xmlns:a="http://schemas.openxmlformats.org/drawingml/2006/main">
            <a:off x="6829425" y="1600200"/>
            <a:ext cx="114300" cy="953"/>
          </a:xfrm>
          <a:custGeom xmlns:a="http://schemas.openxmlformats.org/drawingml/2006/main">
            <a:pathLst>
              <a:path w="114300" h="953">
                <a:moveTo>
                  <a:pt x="0" y="0"/>
                </a:moveTo>
                <a:lnTo>
                  <a:pt x="114300" y="0"/>
                </a:lnTo>
              </a:path>
            </a:pathLst>
          </a:custGeom>
          <a:noFill xmlns:a="http://schemas.openxmlformats.org/drawingml/2006/main"/>
          <a:ln xmlns:a="http://schemas.openxmlformats.org/drawingml/2006/main" w="17145">
            <a:solidFill>
              <a:srgbClr val="218A83"/>
            </a:solidFill>
          </a:ln>
        </p:spPr>
      </p:sp>
      <p:sp>
        <p:nvSpPr>
          <p:cNvPr id="123" name="vector-119">
            <a:extLst xmlns:a="http://schemas.openxmlformats.org/drawingml/2006/main">
              <a:ext uri="{FF2B5EF4-FFF2-40B4-BE49-F238E27FC236}">
                <a16:creationId xmlns:a16="http://schemas.microsoft.com/office/drawing/2014/main" id="{B21E1FA6-A0D4-4CF3-BD0E-951432D5DADD}"/>
              </a:ext>
            </a:extLst>
          </p:cNvPr>
          <p:cNvSpPr>
            <a:spLocks xmlns:a="http://schemas.openxmlformats.org/drawingml/2006/main" noGrp="1"/>
          </p:cNvSpPr>
          <p:nvPr/>
        </p:nvSpPr>
        <p:spPr>
          <a:xfrm xmlns:a="http://schemas.openxmlformats.org/drawingml/2006/main">
            <a:off x="6972300" y="1438275"/>
            <a:ext cx="38100" cy="323850"/>
          </a:xfrm>
          <a:prstGeom xmlns:a="http://schemas.openxmlformats.org/drawingml/2006/main" prst="rect">
            <a:avLst/>
          </a:prstGeom>
          <a:solidFill xmlns:a="http://schemas.openxmlformats.org/drawingml/2006/main">
            <a:srgbClr val="218A83"/>
          </a:solidFill>
          <a:ln xmlns:a="http://schemas.openxmlformats.org/drawingml/2006/main" w="0">
            <a:noFill/>
          </a:ln>
        </p:spPr>
      </p:sp>
      <p:sp>
        <p:nvSpPr>
          <p:cNvPr id="124" name="vector-120">
            <a:extLst xmlns:a="http://schemas.openxmlformats.org/drawingml/2006/main">
              <a:ext uri="{FF2B5EF4-FFF2-40B4-BE49-F238E27FC236}">
                <a16:creationId xmlns:a16="http://schemas.microsoft.com/office/drawing/2014/main" id="{C397C990-C49D-45F5-AEF7-789EA40AA11E}"/>
              </a:ext>
            </a:extLst>
          </p:cNvPr>
          <p:cNvSpPr>
            <a:spLocks xmlns:a="http://schemas.openxmlformats.org/drawingml/2006/main" noGrp="1"/>
          </p:cNvSpPr>
          <p:nvPr/>
        </p:nvSpPr>
        <p:spPr>
          <a:xfrm xmlns:a="http://schemas.openxmlformats.org/drawingml/2006/main">
            <a:off x="7038975" y="1438275"/>
            <a:ext cx="38100" cy="323850"/>
          </a:xfrm>
          <a:prstGeom xmlns:a="http://schemas.openxmlformats.org/drawingml/2006/main" prst="rect">
            <a:avLst/>
          </a:prstGeom>
          <a:solidFill xmlns:a="http://schemas.openxmlformats.org/drawingml/2006/main">
            <a:srgbClr val="218A83"/>
          </a:solidFill>
          <a:ln xmlns:a="http://schemas.openxmlformats.org/drawingml/2006/main" w="0">
            <a:noFill/>
          </a:ln>
        </p:spPr>
      </p:sp>
      <p:sp>
        <p:nvSpPr>
          <p:cNvPr id="125" name="vector-121">
            <a:extLst xmlns:a="http://schemas.openxmlformats.org/drawingml/2006/main">
              <a:ext uri="{FF2B5EF4-FFF2-40B4-BE49-F238E27FC236}">
                <a16:creationId xmlns:a16="http://schemas.microsoft.com/office/drawing/2014/main" id="{C0C2A8F1-5E2D-44B2-B7C1-FE243E005159}"/>
              </a:ext>
            </a:extLst>
          </p:cNvPr>
          <p:cNvSpPr>
            <a:spLocks xmlns:a="http://schemas.openxmlformats.org/drawingml/2006/main" noGrp="1"/>
          </p:cNvSpPr>
          <p:nvPr/>
        </p:nvSpPr>
        <p:spPr>
          <a:xfrm xmlns:a="http://schemas.openxmlformats.org/drawingml/2006/main">
            <a:off x="7105650" y="1438275"/>
            <a:ext cx="38100" cy="323850"/>
          </a:xfrm>
          <a:prstGeom xmlns:a="http://schemas.openxmlformats.org/drawingml/2006/main" prst="rect">
            <a:avLst/>
          </a:prstGeom>
          <a:solidFill xmlns:a="http://schemas.openxmlformats.org/drawingml/2006/main">
            <a:srgbClr val="218A83"/>
          </a:solidFill>
          <a:ln xmlns:a="http://schemas.openxmlformats.org/drawingml/2006/main" w="0">
            <a:noFill/>
          </a:ln>
        </p:spPr>
      </p:sp>
      <p:sp>
        <p:nvSpPr>
          <p:cNvPr id="126" name="vector-122">
            <a:extLst xmlns:a="http://schemas.openxmlformats.org/drawingml/2006/main">
              <a:ext uri="{FF2B5EF4-FFF2-40B4-BE49-F238E27FC236}">
                <a16:creationId xmlns:a16="http://schemas.microsoft.com/office/drawing/2014/main" id="{85C1A865-0B9D-4EFF-ABEA-EC50BF2C33B2}"/>
              </a:ext>
            </a:extLst>
          </p:cNvPr>
          <p:cNvSpPr>
            <a:spLocks xmlns:a="http://schemas.openxmlformats.org/drawingml/2006/main" noGrp="1"/>
          </p:cNvSpPr>
          <p:nvPr/>
        </p:nvSpPr>
        <p:spPr>
          <a:xfrm xmlns:a="http://schemas.openxmlformats.org/drawingml/2006/main">
            <a:off x="7172325" y="1438275"/>
            <a:ext cx="38100" cy="323850"/>
          </a:xfrm>
          <a:prstGeom xmlns:a="http://schemas.openxmlformats.org/drawingml/2006/main" prst="rect">
            <a:avLst/>
          </a:prstGeom>
          <a:solidFill xmlns:a="http://schemas.openxmlformats.org/drawingml/2006/main">
            <a:srgbClr val="218A83"/>
          </a:solidFill>
          <a:ln xmlns:a="http://schemas.openxmlformats.org/drawingml/2006/main" w="0">
            <a:noFill/>
          </a:ln>
        </p:spPr>
      </p:sp>
      <p:sp>
        <p:nvSpPr>
          <p:cNvPr id="127" name="vector-123">
            <a:extLst xmlns:a="http://schemas.openxmlformats.org/drawingml/2006/main">
              <a:ext uri="{FF2B5EF4-FFF2-40B4-BE49-F238E27FC236}">
                <a16:creationId xmlns:a16="http://schemas.microsoft.com/office/drawing/2014/main" id="{A0775FDA-D505-4DF9-97CE-613973491FC4}"/>
              </a:ext>
            </a:extLst>
          </p:cNvPr>
          <p:cNvSpPr>
            <a:spLocks xmlns:a="http://schemas.openxmlformats.org/drawingml/2006/main" noGrp="1"/>
          </p:cNvSpPr>
          <p:nvPr/>
        </p:nvSpPr>
        <p:spPr>
          <a:xfrm xmlns:a="http://schemas.openxmlformats.org/drawingml/2006/main">
            <a:off x="7224713" y="1319213"/>
            <a:ext cx="85725" cy="85725"/>
          </a:xfrm>
          <a:prstGeom xmlns:a="http://schemas.openxmlformats.org/drawingml/2006/main" prst="ellipse">
            <a:avLst/>
          </a:prstGeom>
          <a:solidFill xmlns:a="http://schemas.openxmlformats.org/drawingml/2006/main">
            <a:srgbClr val="B67F38"/>
          </a:solidFill>
          <a:ln xmlns:a="http://schemas.openxmlformats.org/drawingml/2006/main" w="15240">
            <a:noFill/>
          </a:ln>
        </p:spPr>
      </p:sp>
      <p:sp>
        <p:nvSpPr>
          <p:cNvPr id="128" name="vector-124">
            <a:extLst xmlns:a="http://schemas.openxmlformats.org/drawingml/2006/main">
              <a:ext uri="{FF2B5EF4-FFF2-40B4-BE49-F238E27FC236}">
                <a16:creationId xmlns:a16="http://schemas.microsoft.com/office/drawing/2014/main" id="{7D4DE618-AAAF-4A19-B2AC-420222A00829}"/>
              </a:ext>
            </a:extLst>
          </p:cNvPr>
          <p:cNvSpPr>
            <a:spLocks xmlns:a="http://schemas.openxmlformats.org/drawingml/2006/main" noGrp="1"/>
          </p:cNvSpPr>
          <p:nvPr/>
        </p:nvSpPr>
        <p:spPr>
          <a:xfrm xmlns:a="http://schemas.openxmlformats.org/drawingml/2006/main">
            <a:off x="6162675" y="1981200"/>
            <a:ext cx="1619250" cy="2571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747E8A"/>
                </a:solidFill>
                <a:latin typeface="Arial"/>
                <a:ea typeface="Arial"/>
                <a:cs typeface="Arial"/>
              </a:defRPr>
            </a:pPr>
            <a:r>
              <a:rPr sz="1650" b="0">
                <a:solidFill>
                  <a:srgbClr val="747E8A"/>
                </a:solidFill>
                <a:latin typeface="Arial"/>
                <a:ea typeface="Arial"/>
                <a:cs typeface="Arial"/>
              </a:rPr>
              <a:t>Pool + project</a:t>
            </a:r>
          </a:p>
        </p:txBody>
      </p:sp>
      <p:sp>
        <p:nvSpPr>
          <p:cNvPr id="129" name="vector-125">
            <a:extLst xmlns:a="http://schemas.openxmlformats.org/drawingml/2006/main">
              <a:ext uri="{FF2B5EF4-FFF2-40B4-BE49-F238E27FC236}">
                <a16:creationId xmlns:a16="http://schemas.microsoft.com/office/drawing/2014/main" id="{01BFAFAA-250A-452F-949C-3C54DE30E051}"/>
              </a:ext>
            </a:extLst>
          </p:cNvPr>
          <p:cNvSpPr>
            <a:spLocks xmlns:a="http://schemas.openxmlformats.org/drawingml/2006/main" noGrp="1"/>
          </p:cNvSpPr>
          <p:nvPr/>
        </p:nvSpPr>
        <p:spPr>
          <a:xfrm xmlns:a="http://schemas.openxmlformats.org/drawingml/2006/main">
            <a:off x="5809774" y="3704749"/>
            <a:ext cx="953" cy="953"/>
          </a:xfrm>
          <a:prstGeom xmlns:a="http://schemas.openxmlformats.org/drawingml/2006/main" prst="rect">
            <a:avLst/>
          </a:prstGeom>
          <a:noFill xmlns:a="http://schemas.openxmlformats.org/drawingml/2006/main"/>
          <a:ln xmlns:a="http://schemas.openxmlformats.org/drawingml/2006/main" w="15240">
            <a:noFill/>
          </a:ln>
        </p:spPr>
      </p:sp>
      <p:sp>
        <p:nvSpPr>
          <p:cNvPr id="130" name="vector-126">
            <a:extLst xmlns:a="http://schemas.openxmlformats.org/drawingml/2006/main">
              <a:ext uri="{FF2B5EF4-FFF2-40B4-BE49-F238E27FC236}">
                <a16:creationId xmlns:a16="http://schemas.microsoft.com/office/drawing/2014/main" id="{B57E7B45-A082-4E3A-911E-3EAAE5BAD161}"/>
              </a:ext>
            </a:extLst>
          </p:cNvPr>
          <p:cNvSpPr>
            <a:spLocks xmlns:a="http://schemas.openxmlformats.org/drawingml/2006/main" noGrp="1"/>
          </p:cNvSpPr>
          <p:nvPr/>
        </p:nvSpPr>
        <p:spPr>
          <a:xfrm xmlns:a="http://schemas.openxmlformats.org/drawingml/2006/main">
            <a:off x="6457474" y="3704749"/>
            <a:ext cx="953" cy="953"/>
          </a:xfrm>
          <a:prstGeom xmlns:a="http://schemas.openxmlformats.org/drawingml/2006/main" prst="rect">
            <a:avLst/>
          </a:prstGeom>
          <a:noFill xmlns:a="http://schemas.openxmlformats.org/drawingml/2006/main"/>
          <a:ln xmlns:a="http://schemas.openxmlformats.org/drawingml/2006/main" w="15240">
            <a:noFill/>
          </a:ln>
        </p:spPr>
      </p:sp>
      <p:cxnSp>
        <p:nvCxnSpPr>
          <p:cNvPr id="351" name=""/>
          <p:cNvCxnSpPr>
            <a:stCxn xmlns:a="http://schemas.openxmlformats.org/drawingml/2006/main" id="129" idx="3"/>
            <a:endCxn xmlns:a="http://schemas.openxmlformats.org/drawingml/2006/main" id="130" idx="1"/>
          </p:cNvCxnSpPr>
          <p:nvPr/>
        </p:nvCxnSpPr>
        <p:spPr>
          <a:xfrm xmlns:a="http://schemas.openxmlformats.org/drawingml/2006/main">
            <a:off x="5810727" y="3705226"/>
            <a:ext cx="646747" cy="0"/>
          </a:xfrm>
          <a:prstGeom xmlns:a="http://schemas.openxmlformats.org/drawingml/2006/main" prst="straightConnector1">
            <a:avLst/>
          </a:prstGeom>
          <a:ln xmlns:a="http://schemas.openxmlformats.org/drawingml/2006/main" w="17145">
            <a:solidFill>
              <a:srgbClr val="218A83"/>
            </a:solidFill>
            <a:tailEnd type="triangle" w="sm" len="sm"/>
          </a:ln>
        </p:spPr>
      </p:cxnSp>
      <p:sp>
        <p:nvSpPr>
          <p:cNvPr id="132" name="path-127">
            <a:extLst xmlns:a="http://schemas.openxmlformats.org/drawingml/2006/main">
              <a:ext uri="{FF2B5EF4-FFF2-40B4-BE49-F238E27FC236}">
                <a16:creationId xmlns:a16="http://schemas.microsoft.com/office/drawing/2014/main" id="{CB67691E-1D41-4823-87B4-723094841E39}"/>
              </a:ext>
            </a:extLst>
          </p:cNvPr>
          <p:cNvSpPr>
            <a:spLocks xmlns:a="http://schemas.openxmlformats.org/drawingml/2006/main" noGrp="1"/>
          </p:cNvSpPr>
          <p:nvPr/>
        </p:nvSpPr>
        <p:spPr>
          <a:xfrm xmlns:a="http://schemas.openxmlformats.org/drawingml/2006/main">
            <a:off x="6572250" y="3590925"/>
            <a:ext cx="257175" cy="114300"/>
          </a:xfrm>
          <a:custGeom xmlns:a="http://schemas.openxmlformats.org/drawingml/2006/main">
            <a:pathLst>
              <a:path w="257175" h="114300">
                <a:moveTo>
                  <a:pt x="0" y="0"/>
                </a:moveTo>
                <a:lnTo>
                  <a:pt x="257175" y="114300"/>
                </a:lnTo>
              </a:path>
            </a:pathLst>
          </a:custGeom>
          <a:noFill xmlns:a="http://schemas.openxmlformats.org/drawingml/2006/main"/>
          <a:ln xmlns:a="http://schemas.openxmlformats.org/drawingml/2006/main" w="14288">
            <a:solidFill>
              <a:srgbClr val="218A83"/>
            </a:solidFill>
          </a:ln>
        </p:spPr>
      </p:sp>
      <p:sp>
        <p:nvSpPr>
          <p:cNvPr id="133" name="path-128">
            <a:extLst xmlns:a="http://schemas.openxmlformats.org/drawingml/2006/main">
              <a:ext uri="{FF2B5EF4-FFF2-40B4-BE49-F238E27FC236}">
                <a16:creationId xmlns:a16="http://schemas.microsoft.com/office/drawing/2014/main" id="{B7FAD014-9A56-4002-8599-3C17AD18C8B2}"/>
              </a:ext>
            </a:extLst>
          </p:cNvPr>
          <p:cNvSpPr>
            <a:spLocks xmlns:a="http://schemas.openxmlformats.org/drawingml/2006/main" noGrp="1"/>
          </p:cNvSpPr>
          <p:nvPr/>
        </p:nvSpPr>
        <p:spPr>
          <a:xfrm xmlns:a="http://schemas.openxmlformats.org/drawingml/2006/main">
            <a:off x="6572250" y="3705225"/>
            <a:ext cx="257175" cy="953"/>
          </a:xfrm>
          <a:custGeom xmlns:a="http://schemas.openxmlformats.org/drawingml/2006/main">
            <a:pathLst>
              <a:path w="257175" h="953">
                <a:moveTo>
                  <a:pt x="0" y="0"/>
                </a:moveTo>
                <a:lnTo>
                  <a:pt x="257175" y="0"/>
                </a:lnTo>
              </a:path>
            </a:pathLst>
          </a:custGeom>
          <a:noFill xmlns:a="http://schemas.openxmlformats.org/drawingml/2006/main"/>
          <a:ln xmlns:a="http://schemas.openxmlformats.org/drawingml/2006/main" w="14288">
            <a:solidFill>
              <a:srgbClr val="218A83"/>
            </a:solidFill>
          </a:ln>
        </p:spPr>
      </p:sp>
      <p:sp>
        <p:nvSpPr>
          <p:cNvPr id="134" name="path-129">
            <a:extLst xmlns:a="http://schemas.openxmlformats.org/drawingml/2006/main">
              <a:ext uri="{FF2B5EF4-FFF2-40B4-BE49-F238E27FC236}">
                <a16:creationId xmlns:a16="http://schemas.microsoft.com/office/drawing/2014/main" id="{E684A785-92B5-4A70-845E-A12716A13A37}"/>
              </a:ext>
            </a:extLst>
          </p:cNvPr>
          <p:cNvSpPr>
            <a:spLocks xmlns:a="http://schemas.openxmlformats.org/drawingml/2006/main" noGrp="1"/>
          </p:cNvSpPr>
          <p:nvPr/>
        </p:nvSpPr>
        <p:spPr>
          <a:xfrm xmlns:a="http://schemas.openxmlformats.org/drawingml/2006/main">
            <a:off x="6572250" y="3705225"/>
            <a:ext cx="257175" cy="114300"/>
          </a:xfrm>
          <a:custGeom xmlns:a="http://schemas.openxmlformats.org/drawingml/2006/main">
            <a:pathLst>
              <a:path w="257175" h="114300">
                <a:moveTo>
                  <a:pt x="0" y="114300"/>
                </a:moveTo>
                <a:lnTo>
                  <a:pt x="257175" y="0"/>
                </a:lnTo>
              </a:path>
            </a:pathLst>
          </a:custGeom>
          <a:noFill xmlns:a="http://schemas.openxmlformats.org/drawingml/2006/main"/>
          <a:ln xmlns:a="http://schemas.openxmlformats.org/drawingml/2006/main" w="14288">
            <a:solidFill>
              <a:srgbClr val="218A83"/>
            </a:solidFill>
          </a:ln>
        </p:spPr>
      </p:sp>
      <p:sp>
        <p:nvSpPr>
          <p:cNvPr id="135" name="path-130">
            <a:extLst xmlns:a="http://schemas.openxmlformats.org/drawingml/2006/main">
              <a:ext uri="{FF2B5EF4-FFF2-40B4-BE49-F238E27FC236}">
                <a16:creationId xmlns:a16="http://schemas.microsoft.com/office/drawing/2014/main" id="{05760F08-19BB-4A15-A393-62A2D92A08E4}"/>
              </a:ext>
            </a:extLst>
          </p:cNvPr>
          <p:cNvSpPr>
            <a:spLocks xmlns:a="http://schemas.openxmlformats.org/drawingml/2006/main" noGrp="1"/>
          </p:cNvSpPr>
          <p:nvPr/>
        </p:nvSpPr>
        <p:spPr>
          <a:xfrm xmlns:a="http://schemas.openxmlformats.org/drawingml/2006/main">
            <a:off x="6829425" y="3705225"/>
            <a:ext cx="114300" cy="953"/>
          </a:xfrm>
          <a:custGeom xmlns:a="http://schemas.openxmlformats.org/drawingml/2006/main">
            <a:pathLst>
              <a:path w="114300" h="953">
                <a:moveTo>
                  <a:pt x="0" y="0"/>
                </a:moveTo>
                <a:lnTo>
                  <a:pt x="114300" y="0"/>
                </a:lnTo>
              </a:path>
            </a:pathLst>
          </a:custGeom>
          <a:noFill xmlns:a="http://schemas.openxmlformats.org/drawingml/2006/main"/>
          <a:ln xmlns:a="http://schemas.openxmlformats.org/drawingml/2006/main" w="17145">
            <a:solidFill>
              <a:srgbClr val="218A83"/>
            </a:solidFill>
          </a:ln>
        </p:spPr>
      </p:sp>
      <p:sp>
        <p:nvSpPr>
          <p:cNvPr id="136" name="vector-131">
            <a:extLst xmlns:a="http://schemas.openxmlformats.org/drawingml/2006/main">
              <a:ext uri="{FF2B5EF4-FFF2-40B4-BE49-F238E27FC236}">
                <a16:creationId xmlns:a16="http://schemas.microsoft.com/office/drawing/2014/main" id="{EE088960-5280-44DD-905D-7F8D9C9EBB7F}"/>
              </a:ext>
            </a:extLst>
          </p:cNvPr>
          <p:cNvSpPr>
            <a:spLocks xmlns:a="http://schemas.openxmlformats.org/drawingml/2006/main" noGrp="1"/>
          </p:cNvSpPr>
          <p:nvPr/>
        </p:nvSpPr>
        <p:spPr>
          <a:xfrm xmlns:a="http://schemas.openxmlformats.org/drawingml/2006/main">
            <a:off x="6972300" y="3543300"/>
            <a:ext cx="38100" cy="323850"/>
          </a:xfrm>
          <a:prstGeom xmlns:a="http://schemas.openxmlformats.org/drawingml/2006/main" prst="rect">
            <a:avLst/>
          </a:prstGeom>
          <a:solidFill xmlns:a="http://schemas.openxmlformats.org/drawingml/2006/main">
            <a:srgbClr val="218A83"/>
          </a:solidFill>
          <a:ln xmlns:a="http://schemas.openxmlformats.org/drawingml/2006/main" w="0">
            <a:noFill/>
          </a:ln>
        </p:spPr>
      </p:sp>
      <p:sp>
        <p:nvSpPr>
          <p:cNvPr id="137" name="vector-132">
            <a:extLst xmlns:a="http://schemas.openxmlformats.org/drawingml/2006/main">
              <a:ext uri="{FF2B5EF4-FFF2-40B4-BE49-F238E27FC236}">
                <a16:creationId xmlns:a16="http://schemas.microsoft.com/office/drawing/2014/main" id="{88F63562-1C81-4247-AFF5-CCD3FFAAC3E3}"/>
              </a:ext>
            </a:extLst>
          </p:cNvPr>
          <p:cNvSpPr>
            <a:spLocks xmlns:a="http://schemas.openxmlformats.org/drawingml/2006/main" noGrp="1"/>
          </p:cNvSpPr>
          <p:nvPr/>
        </p:nvSpPr>
        <p:spPr>
          <a:xfrm xmlns:a="http://schemas.openxmlformats.org/drawingml/2006/main">
            <a:off x="7038975" y="3543300"/>
            <a:ext cx="38100" cy="323850"/>
          </a:xfrm>
          <a:prstGeom xmlns:a="http://schemas.openxmlformats.org/drawingml/2006/main" prst="rect">
            <a:avLst/>
          </a:prstGeom>
          <a:solidFill xmlns:a="http://schemas.openxmlformats.org/drawingml/2006/main">
            <a:srgbClr val="218A83"/>
          </a:solidFill>
          <a:ln xmlns:a="http://schemas.openxmlformats.org/drawingml/2006/main" w="0">
            <a:noFill/>
          </a:ln>
        </p:spPr>
      </p:sp>
      <p:sp>
        <p:nvSpPr>
          <p:cNvPr id="138" name="vector-133">
            <a:extLst xmlns:a="http://schemas.openxmlformats.org/drawingml/2006/main">
              <a:ext uri="{FF2B5EF4-FFF2-40B4-BE49-F238E27FC236}">
                <a16:creationId xmlns:a16="http://schemas.microsoft.com/office/drawing/2014/main" id="{6B4C4241-3535-44E5-AFBB-BA2A661C0C93}"/>
              </a:ext>
            </a:extLst>
          </p:cNvPr>
          <p:cNvSpPr>
            <a:spLocks xmlns:a="http://schemas.openxmlformats.org/drawingml/2006/main" noGrp="1"/>
          </p:cNvSpPr>
          <p:nvPr/>
        </p:nvSpPr>
        <p:spPr>
          <a:xfrm xmlns:a="http://schemas.openxmlformats.org/drawingml/2006/main">
            <a:off x="7105650" y="3543300"/>
            <a:ext cx="38100" cy="323850"/>
          </a:xfrm>
          <a:prstGeom xmlns:a="http://schemas.openxmlformats.org/drawingml/2006/main" prst="rect">
            <a:avLst/>
          </a:prstGeom>
          <a:solidFill xmlns:a="http://schemas.openxmlformats.org/drawingml/2006/main">
            <a:srgbClr val="218A83"/>
          </a:solidFill>
          <a:ln xmlns:a="http://schemas.openxmlformats.org/drawingml/2006/main" w="0">
            <a:noFill/>
          </a:ln>
        </p:spPr>
      </p:sp>
      <p:sp>
        <p:nvSpPr>
          <p:cNvPr id="139" name="vector-134">
            <a:extLst xmlns:a="http://schemas.openxmlformats.org/drawingml/2006/main">
              <a:ext uri="{FF2B5EF4-FFF2-40B4-BE49-F238E27FC236}">
                <a16:creationId xmlns:a16="http://schemas.microsoft.com/office/drawing/2014/main" id="{C134ACF6-C2FA-4607-9522-1F404301526D}"/>
              </a:ext>
            </a:extLst>
          </p:cNvPr>
          <p:cNvSpPr>
            <a:spLocks xmlns:a="http://schemas.openxmlformats.org/drawingml/2006/main" noGrp="1"/>
          </p:cNvSpPr>
          <p:nvPr/>
        </p:nvSpPr>
        <p:spPr>
          <a:xfrm xmlns:a="http://schemas.openxmlformats.org/drawingml/2006/main">
            <a:off x="7172325" y="3543300"/>
            <a:ext cx="38100" cy="323850"/>
          </a:xfrm>
          <a:prstGeom xmlns:a="http://schemas.openxmlformats.org/drawingml/2006/main" prst="rect">
            <a:avLst/>
          </a:prstGeom>
          <a:solidFill xmlns:a="http://schemas.openxmlformats.org/drawingml/2006/main">
            <a:srgbClr val="218A83"/>
          </a:solidFill>
          <a:ln xmlns:a="http://schemas.openxmlformats.org/drawingml/2006/main" w="0">
            <a:noFill/>
          </a:ln>
        </p:spPr>
      </p:sp>
      <p:sp>
        <p:nvSpPr>
          <p:cNvPr id="140" name="vector-135">
            <a:extLst xmlns:a="http://schemas.openxmlformats.org/drawingml/2006/main">
              <a:ext uri="{FF2B5EF4-FFF2-40B4-BE49-F238E27FC236}">
                <a16:creationId xmlns:a16="http://schemas.microsoft.com/office/drawing/2014/main" id="{0B25DB89-52B4-4236-B6AB-ADFDC6B1CE99}"/>
              </a:ext>
            </a:extLst>
          </p:cNvPr>
          <p:cNvSpPr>
            <a:spLocks xmlns:a="http://schemas.openxmlformats.org/drawingml/2006/main" noGrp="1"/>
          </p:cNvSpPr>
          <p:nvPr/>
        </p:nvSpPr>
        <p:spPr>
          <a:xfrm xmlns:a="http://schemas.openxmlformats.org/drawingml/2006/main">
            <a:off x="7224713" y="3424238"/>
            <a:ext cx="85725" cy="85725"/>
          </a:xfrm>
          <a:prstGeom xmlns:a="http://schemas.openxmlformats.org/drawingml/2006/main" prst="ellipse">
            <a:avLst/>
          </a:prstGeom>
          <a:solidFill xmlns:a="http://schemas.openxmlformats.org/drawingml/2006/main">
            <a:srgbClr val="B67F38"/>
          </a:solidFill>
          <a:ln xmlns:a="http://schemas.openxmlformats.org/drawingml/2006/main" w="15240">
            <a:noFill/>
          </a:ln>
        </p:spPr>
      </p:sp>
      <p:sp>
        <p:nvSpPr>
          <p:cNvPr id="141" name="vector-136">
            <a:extLst xmlns:a="http://schemas.openxmlformats.org/drawingml/2006/main">
              <a:ext uri="{FF2B5EF4-FFF2-40B4-BE49-F238E27FC236}">
                <a16:creationId xmlns:a16="http://schemas.microsoft.com/office/drawing/2014/main" id="{4513CE5D-F6BB-4168-BE1E-563B78FC15FC}"/>
              </a:ext>
            </a:extLst>
          </p:cNvPr>
          <p:cNvSpPr>
            <a:spLocks xmlns:a="http://schemas.openxmlformats.org/drawingml/2006/main" noGrp="1"/>
          </p:cNvSpPr>
          <p:nvPr/>
        </p:nvSpPr>
        <p:spPr>
          <a:xfrm xmlns:a="http://schemas.openxmlformats.org/drawingml/2006/main">
            <a:off x="6162675" y="4086225"/>
            <a:ext cx="1619250" cy="2571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747E8A"/>
                </a:solidFill>
                <a:latin typeface="Arial"/>
                <a:ea typeface="Arial"/>
                <a:cs typeface="Arial"/>
              </a:defRPr>
            </a:pPr>
            <a:r>
              <a:rPr sz="1650" b="0">
                <a:solidFill>
                  <a:srgbClr val="747E8A"/>
                </a:solidFill>
                <a:latin typeface="Arial"/>
                <a:ea typeface="Arial"/>
                <a:cs typeface="Arial"/>
              </a:rPr>
              <a:t>Pool + project</a:t>
            </a:r>
          </a:p>
        </p:txBody>
      </p:sp>
      <p:sp>
        <p:nvSpPr>
          <p:cNvPr id="142" name="vector-137">
            <a:extLst xmlns:a="http://schemas.openxmlformats.org/drawingml/2006/main">
              <a:ext uri="{FF2B5EF4-FFF2-40B4-BE49-F238E27FC236}">
                <a16:creationId xmlns:a16="http://schemas.microsoft.com/office/drawing/2014/main" id="{EBC2BA74-6F9C-4253-88C7-A2A9F5C84139}"/>
              </a:ext>
            </a:extLst>
          </p:cNvPr>
          <p:cNvSpPr>
            <a:spLocks xmlns:a="http://schemas.openxmlformats.org/drawingml/2006/main" noGrp="1"/>
          </p:cNvSpPr>
          <p:nvPr/>
        </p:nvSpPr>
        <p:spPr>
          <a:xfrm xmlns:a="http://schemas.openxmlformats.org/drawingml/2006/main">
            <a:off x="7591425" y="1304925"/>
            <a:ext cx="447675"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a:solidFill>
                  <a:srgbClr val="218A83"/>
                </a:solidFill>
                <a:latin typeface="Arial"/>
                <a:ea typeface="Arial"/>
                <a:cs typeface="Arial"/>
              </a:defRPr>
            </a:pPr>
            <a:r>
              <a:rPr sz="1950" b="0">
                <a:solidFill>
                  <a:srgbClr val="218A83"/>
                </a:solidFill>
                <a:latin typeface="Arial"/>
                <a:ea typeface="Arial"/>
                <a:cs typeface="Arial"/>
              </a:rPr>
              <a:t>tⱼ</a:t>
            </a:r>
          </a:p>
        </p:txBody>
      </p:sp>
      <p:sp>
        <p:nvSpPr>
          <p:cNvPr id="143" name="vector-138">
            <a:extLst xmlns:a="http://schemas.openxmlformats.org/drawingml/2006/main">
              <a:ext uri="{FF2B5EF4-FFF2-40B4-BE49-F238E27FC236}">
                <a16:creationId xmlns:a16="http://schemas.microsoft.com/office/drawing/2014/main" id="{CDC997B4-4FA0-4C41-934A-B190FFF67091}"/>
              </a:ext>
            </a:extLst>
          </p:cNvPr>
          <p:cNvSpPr>
            <a:spLocks xmlns:a="http://schemas.openxmlformats.org/drawingml/2006/main" noGrp="1"/>
          </p:cNvSpPr>
          <p:nvPr/>
        </p:nvSpPr>
        <p:spPr>
          <a:xfrm xmlns:a="http://schemas.openxmlformats.org/drawingml/2006/main">
            <a:off x="7591425" y="3409950"/>
            <a:ext cx="447675"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a:solidFill>
                  <a:srgbClr val="218A83"/>
                </a:solidFill>
                <a:latin typeface="Arial"/>
                <a:ea typeface="Arial"/>
                <a:cs typeface="Arial"/>
              </a:defRPr>
            </a:pPr>
            <a:r>
              <a:rPr sz="1950" b="0">
                <a:solidFill>
                  <a:srgbClr val="218A83"/>
                </a:solidFill>
                <a:latin typeface="Arial"/>
                <a:ea typeface="Arial"/>
                <a:cs typeface="Arial"/>
              </a:rPr>
              <a:t>v</a:t>
            </a:r>
          </a:p>
        </p:txBody>
      </p:sp>
      <p:sp>
        <p:nvSpPr>
          <p:cNvPr id="144" name="path-139">
            <a:extLst xmlns:a="http://schemas.openxmlformats.org/drawingml/2006/main">
              <a:ext uri="{FF2B5EF4-FFF2-40B4-BE49-F238E27FC236}">
                <a16:creationId xmlns:a16="http://schemas.microsoft.com/office/drawing/2014/main" id="{C04896A5-4222-498F-95AD-ECA5BE23FDC8}"/>
              </a:ext>
            </a:extLst>
          </p:cNvPr>
          <p:cNvSpPr>
            <a:spLocks xmlns:a="http://schemas.openxmlformats.org/drawingml/2006/main" noGrp="1"/>
          </p:cNvSpPr>
          <p:nvPr/>
        </p:nvSpPr>
        <p:spPr>
          <a:xfrm xmlns:a="http://schemas.openxmlformats.org/drawingml/2006/main">
            <a:off x="7334250" y="1600200"/>
            <a:ext cx="1085850" cy="1009650"/>
          </a:xfrm>
          <a:custGeom xmlns:a="http://schemas.openxmlformats.org/drawingml/2006/main">
            <a:pathLst>
              <a:path w="1085850" h="1009650">
                <a:moveTo>
                  <a:pt x="0" y="0"/>
                </a:moveTo>
                <a:lnTo>
                  <a:pt x="752475" y="0"/>
                </a:lnTo>
                <a:lnTo>
                  <a:pt x="752475" y="1009650"/>
                </a:lnTo>
                <a:lnTo>
                  <a:pt x="1085850" y="1009650"/>
                </a:lnTo>
              </a:path>
            </a:pathLst>
          </a:custGeom>
          <a:noFill xmlns:a="http://schemas.openxmlformats.org/drawingml/2006/main"/>
          <a:ln xmlns:a="http://schemas.openxmlformats.org/drawingml/2006/main" w="17145">
            <a:solidFill>
              <a:srgbClr val="218A83"/>
            </a:solidFill>
          </a:ln>
        </p:spPr>
      </p:sp>
      <p:sp>
        <p:nvSpPr>
          <p:cNvPr id="145" name="vector-140">
            <a:extLst xmlns:a="http://schemas.openxmlformats.org/drawingml/2006/main">
              <a:ext uri="{FF2B5EF4-FFF2-40B4-BE49-F238E27FC236}">
                <a16:creationId xmlns:a16="http://schemas.microsoft.com/office/drawing/2014/main" id="{DF65EB09-C676-4A2B-9502-6A17940A513B}"/>
              </a:ext>
            </a:extLst>
          </p:cNvPr>
          <p:cNvSpPr>
            <a:spLocks xmlns:a="http://schemas.openxmlformats.org/drawingml/2006/main" noGrp="1"/>
          </p:cNvSpPr>
          <p:nvPr/>
        </p:nvSpPr>
        <p:spPr>
          <a:xfrm xmlns:a="http://schemas.openxmlformats.org/drawingml/2006/main">
            <a:off x="8419624" y="2609374"/>
            <a:ext cx="953" cy="953"/>
          </a:xfrm>
          <a:prstGeom xmlns:a="http://schemas.openxmlformats.org/drawingml/2006/main" prst="rect">
            <a:avLst/>
          </a:prstGeom>
          <a:noFill xmlns:a="http://schemas.openxmlformats.org/drawingml/2006/main"/>
          <a:ln xmlns:a="http://schemas.openxmlformats.org/drawingml/2006/main" w="15240">
            <a:noFill/>
          </a:ln>
        </p:spPr>
      </p:sp>
      <p:sp>
        <p:nvSpPr>
          <p:cNvPr id="146" name="vector-141">
            <a:extLst xmlns:a="http://schemas.openxmlformats.org/drawingml/2006/main">
              <a:ext uri="{FF2B5EF4-FFF2-40B4-BE49-F238E27FC236}">
                <a16:creationId xmlns:a16="http://schemas.microsoft.com/office/drawing/2014/main" id="{33F245D6-888F-47A7-8CCA-AAF5CBBDCE7C}"/>
              </a:ext>
            </a:extLst>
          </p:cNvPr>
          <p:cNvSpPr>
            <a:spLocks xmlns:a="http://schemas.openxmlformats.org/drawingml/2006/main" noGrp="1"/>
          </p:cNvSpPr>
          <p:nvPr/>
        </p:nvSpPr>
        <p:spPr>
          <a:xfrm xmlns:a="http://schemas.openxmlformats.org/drawingml/2006/main">
            <a:off x="8600599" y="2733199"/>
            <a:ext cx="953" cy="953"/>
          </a:xfrm>
          <a:prstGeom xmlns:a="http://schemas.openxmlformats.org/drawingml/2006/main" prst="rect">
            <a:avLst/>
          </a:prstGeom>
          <a:noFill xmlns:a="http://schemas.openxmlformats.org/drawingml/2006/main"/>
          <a:ln xmlns:a="http://schemas.openxmlformats.org/drawingml/2006/main" w="15240">
            <a:noFill/>
          </a:ln>
        </p:spPr>
      </p:sp>
      <p:cxnSp>
        <p:nvCxnSpPr>
          <p:cNvPr id="367" name=""/>
          <p:cNvCxnSpPr>
            <a:stCxn xmlns:a="http://schemas.openxmlformats.org/drawingml/2006/main" id="145" idx="3"/>
            <a:endCxn xmlns:a="http://schemas.openxmlformats.org/drawingml/2006/main" id="146" idx="1"/>
          </p:cNvCxnSpPr>
          <p:nvPr/>
        </p:nvCxnSpPr>
        <p:spPr>
          <a:xfrm xmlns:a="http://schemas.openxmlformats.org/drawingml/2006/main">
            <a:off x="8420577" y="2609851"/>
            <a:ext cx="180022" cy="123825"/>
          </a:xfrm>
          <a:prstGeom xmlns:a="http://schemas.openxmlformats.org/drawingml/2006/main" prst="straightConnector1">
            <a:avLst/>
          </a:prstGeom>
          <a:ln xmlns:a="http://schemas.openxmlformats.org/drawingml/2006/main" w="17145">
            <a:solidFill>
              <a:srgbClr val="218A83"/>
            </a:solidFill>
            <a:tailEnd type="triangle" w="sm" len="sm"/>
          </a:ln>
        </p:spPr>
      </p:cxnSp>
      <p:sp>
        <p:nvSpPr>
          <p:cNvPr id="148" name="path-142">
            <a:extLst xmlns:a="http://schemas.openxmlformats.org/drawingml/2006/main">
              <a:ext uri="{FF2B5EF4-FFF2-40B4-BE49-F238E27FC236}">
                <a16:creationId xmlns:a16="http://schemas.microsoft.com/office/drawing/2014/main" id="{6E73EE83-2E8D-4BD0-A974-FCA9C5A2E99C}"/>
              </a:ext>
            </a:extLst>
          </p:cNvPr>
          <p:cNvSpPr>
            <a:spLocks xmlns:a="http://schemas.openxmlformats.org/drawingml/2006/main" noGrp="1"/>
          </p:cNvSpPr>
          <p:nvPr/>
        </p:nvSpPr>
        <p:spPr>
          <a:xfrm xmlns:a="http://schemas.openxmlformats.org/drawingml/2006/main">
            <a:off x="7334250" y="3086100"/>
            <a:ext cx="1085850" cy="619125"/>
          </a:xfrm>
          <a:custGeom xmlns:a="http://schemas.openxmlformats.org/drawingml/2006/main">
            <a:pathLst>
              <a:path w="1085850" h="619125">
                <a:moveTo>
                  <a:pt x="0" y="619125"/>
                </a:moveTo>
                <a:lnTo>
                  <a:pt x="752475" y="619125"/>
                </a:lnTo>
                <a:lnTo>
                  <a:pt x="752475" y="0"/>
                </a:lnTo>
                <a:lnTo>
                  <a:pt x="1085850" y="0"/>
                </a:lnTo>
              </a:path>
            </a:pathLst>
          </a:custGeom>
          <a:noFill xmlns:a="http://schemas.openxmlformats.org/drawingml/2006/main"/>
          <a:ln xmlns:a="http://schemas.openxmlformats.org/drawingml/2006/main" w="17145">
            <a:solidFill>
              <a:srgbClr val="218A83"/>
            </a:solidFill>
          </a:ln>
        </p:spPr>
      </p:sp>
      <p:sp>
        <p:nvSpPr>
          <p:cNvPr id="149" name="vector-143">
            <a:extLst xmlns:a="http://schemas.openxmlformats.org/drawingml/2006/main">
              <a:ext uri="{FF2B5EF4-FFF2-40B4-BE49-F238E27FC236}">
                <a16:creationId xmlns:a16="http://schemas.microsoft.com/office/drawing/2014/main" id="{5DCD459B-1785-4975-B311-173A414190BF}"/>
              </a:ext>
            </a:extLst>
          </p:cNvPr>
          <p:cNvSpPr>
            <a:spLocks xmlns:a="http://schemas.openxmlformats.org/drawingml/2006/main" noGrp="1"/>
          </p:cNvSpPr>
          <p:nvPr/>
        </p:nvSpPr>
        <p:spPr>
          <a:xfrm xmlns:a="http://schemas.openxmlformats.org/drawingml/2006/main">
            <a:off x="8419624" y="3085624"/>
            <a:ext cx="953" cy="953"/>
          </a:xfrm>
          <a:prstGeom xmlns:a="http://schemas.openxmlformats.org/drawingml/2006/main" prst="rect">
            <a:avLst/>
          </a:prstGeom>
          <a:noFill xmlns:a="http://schemas.openxmlformats.org/drawingml/2006/main"/>
          <a:ln xmlns:a="http://schemas.openxmlformats.org/drawingml/2006/main" w="15240">
            <a:noFill/>
          </a:ln>
        </p:spPr>
      </p:sp>
      <p:sp>
        <p:nvSpPr>
          <p:cNvPr id="150" name="vector-144">
            <a:extLst xmlns:a="http://schemas.openxmlformats.org/drawingml/2006/main">
              <a:ext uri="{FF2B5EF4-FFF2-40B4-BE49-F238E27FC236}">
                <a16:creationId xmlns:a16="http://schemas.microsoft.com/office/drawing/2014/main" id="{F8DBA12A-D7C8-4697-9FC9-2D6E2C7D6BA6}"/>
              </a:ext>
            </a:extLst>
          </p:cNvPr>
          <p:cNvSpPr>
            <a:spLocks xmlns:a="http://schemas.openxmlformats.org/drawingml/2006/main" noGrp="1"/>
          </p:cNvSpPr>
          <p:nvPr/>
        </p:nvSpPr>
        <p:spPr>
          <a:xfrm xmlns:a="http://schemas.openxmlformats.org/drawingml/2006/main">
            <a:off x="8600599" y="2971324"/>
            <a:ext cx="953" cy="953"/>
          </a:xfrm>
          <a:prstGeom xmlns:a="http://schemas.openxmlformats.org/drawingml/2006/main" prst="rect">
            <a:avLst/>
          </a:prstGeom>
          <a:noFill xmlns:a="http://schemas.openxmlformats.org/drawingml/2006/main"/>
          <a:ln xmlns:a="http://schemas.openxmlformats.org/drawingml/2006/main" w="15240">
            <a:noFill/>
          </a:ln>
        </p:spPr>
      </p:sp>
      <p:cxnSp>
        <p:nvCxnSpPr>
          <p:cNvPr id="371" name=""/>
          <p:cNvCxnSpPr>
            <a:stCxn xmlns:a="http://schemas.openxmlformats.org/drawingml/2006/main" id="149" idx="3"/>
            <a:endCxn xmlns:a="http://schemas.openxmlformats.org/drawingml/2006/main" id="150" idx="1"/>
          </p:cNvCxnSpPr>
          <p:nvPr/>
        </p:nvCxnSpPr>
        <p:spPr>
          <a:xfrm xmlns:a="http://schemas.openxmlformats.org/drawingml/2006/main" flipV="1">
            <a:off x="8420577" y="2971801"/>
            <a:ext cx="180022" cy="114300"/>
          </a:xfrm>
          <a:prstGeom xmlns:a="http://schemas.openxmlformats.org/drawingml/2006/main" prst="straightConnector1">
            <a:avLst/>
          </a:prstGeom>
          <a:ln xmlns:a="http://schemas.openxmlformats.org/drawingml/2006/main" w="17145">
            <a:solidFill>
              <a:srgbClr val="218A83"/>
            </a:solidFill>
            <a:tailEnd type="triangle" w="sm" len="sm"/>
          </a:ln>
        </p:spPr>
      </p:cxnSp>
      <p:sp>
        <p:nvSpPr>
          <p:cNvPr id="152" name="vector-145">
            <a:extLst xmlns:a="http://schemas.openxmlformats.org/drawingml/2006/main">
              <a:ext uri="{FF2B5EF4-FFF2-40B4-BE49-F238E27FC236}">
                <a16:creationId xmlns:a16="http://schemas.microsoft.com/office/drawing/2014/main" id="{4EFAC021-19F4-43CC-B2B3-8A5456CCAC5E}"/>
              </a:ext>
            </a:extLst>
          </p:cNvPr>
          <p:cNvSpPr>
            <a:spLocks xmlns:a="http://schemas.openxmlformats.org/drawingml/2006/main" noGrp="1"/>
          </p:cNvSpPr>
          <p:nvPr/>
        </p:nvSpPr>
        <p:spPr>
          <a:xfrm xmlns:a="http://schemas.openxmlformats.org/drawingml/2006/main">
            <a:off x="6858000" y="4352925"/>
            <a:ext cx="2657475"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218A83"/>
                </a:solidFill>
                <a:latin typeface="Arial"/>
                <a:ea typeface="Arial"/>
                <a:cs typeface="Arial"/>
              </a:defRPr>
            </a:pPr>
            <a:r>
              <a:rPr sz="1575" b="0">
                <a:solidFill>
                  <a:srgbClr val="218A83"/>
                </a:solidFill>
                <a:latin typeface="Arial"/>
                <a:ea typeface="Arial"/>
                <a:cs typeface="Arial"/>
              </a:rPr>
              <a:t>reuse across candidates</a:t>
            </a:r>
          </a:p>
        </p:txBody>
      </p:sp>
      <p:sp>
        <p:nvSpPr>
          <p:cNvPr id="153" name="vector-146">
            <a:extLst xmlns:a="http://schemas.openxmlformats.org/drawingml/2006/main">
              <a:ext uri="{FF2B5EF4-FFF2-40B4-BE49-F238E27FC236}">
                <a16:creationId xmlns:a16="http://schemas.microsoft.com/office/drawing/2014/main" id="{92F9CC95-0EF0-41D4-A16E-78ED6F952EC4}"/>
              </a:ext>
            </a:extLst>
          </p:cNvPr>
          <p:cNvSpPr>
            <a:spLocks xmlns:a="http://schemas.openxmlformats.org/drawingml/2006/main" noGrp="1"/>
          </p:cNvSpPr>
          <p:nvPr/>
        </p:nvSpPr>
        <p:spPr>
          <a:xfrm xmlns:a="http://schemas.openxmlformats.org/drawingml/2006/main">
            <a:off x="8543925" y="2590800"/>
            <a:ext cx="533400" cy="533400"/>
          </a:xfrm>
          <a:prstGeom xmlns:a="http://schemas.openxmlformats.org/drawingml/2006/main" prst="ellipse">
            <a:avLst/>
          </a:prstGeom>
          <a:solidFill xmlns:a="http://schemas.openxmlformats.org/drawingml/2006/main">
            <a:srgbClr val="FFFFFF"/>
          </a:solidFill>
          <a:ln xmlns:a="http://schemas.openxmlformats.org/drawingml/2006/main" w="15240">
            <a:solidFill>
              <a:srgbClr val="AEB7C2"/>
            </a:solidFill>
          </a:ln>
        </p:spPr>
      </p:sp>
      <p:sp>
        <p:nvSpPr>
          <p:cNvPr id="154" name="vector-147">
            <a:extLst xmlns:a="http://schemas.openxmlformats.org/drawingml/2006/main">
              <a:ext uri="{FF2B5EF4-FFF2-40B4-BE49-F238E27FC236}">
                <a16:creationId xmlns:a16="http://schemas.microsoft.com/office/drawing/2014/main" id="{5D6FA2AF-0921-49B5-A291-BCF2C970F941}"/>
              </a:ext>
            </a:extLst>
          </p:cNvPr>
          <p:cNvSpPr>
            <a:spLocks xmlns:a="http://schemas.openxmlformats.org/drawingml/2006/main" noGrp="1"/>
          </p:cNvSpPr>
          <p:nvPr/>
        </p:nvSpPr>
        <p:spPr>
          <a:xfrm xmlns:a="http://schemas.openxmlformats.org/drawingml/2006/main">
            <a:off x="8582025" y="2657475"/>
            <a:ext cx="457200" cy="4000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550" b="0">
                <a:solidFill>
                  <a:srgbClr val="28323E"/>
                </a:solidFill>
                <a:latin typeface="Arial"/>
                <a:ea typeface="Arial"/>
                <a:cs typeface="Arial"/>
              </a:defRPr>
            </a:pPr>
            <a:r>
              <a:rPr sz="2550" b="0">
                <a:solidFill>
                  <a:srgbClr val="28323E"/>
                </a:solidFill>
                <a:latin typeface="Arial"/>
                <a:ea typeface="Arial"/>
                <a:cs typeface="Arial"/>
              </a:rPr>
              <a:t>⊕</a:t>
            </a:r>
          </a:p>
        </p:txBody>
      </p:sp>
      <p:sp>
        <p:nvSpPr>
          <p:cNvPr id="155" name="vector-148">
            <a:extLst xmlns:a="http://schemas.openxmlformats.org/drawingml/2006/main">
              <a:ext uri="{FF2B5EF4-FFF2-40B4-BE49-F238E27FC236}">
                <a16:creationId xmlns:a16="http://schemas.microsoft.com/office/drawing/2014/main" id="{7C9BD8E3-CBF4-48F0-B7F6-178D1337D6D5}"/>
              </a:ext>
            </a:extLst>
          </p:cNvPr>
          <p:cNvSpPr>
            <a:spLocks xmlns:a="http://schemas.openxmlformats.org/drawingml/2006/main" noGrp="1"/>
          </p:cNvSpPr>
          <p:nvPr/>
        </p:nvSpPr>
        <p:spPr>
          <a:xfrm xmlns:a="http://schemas.openxmlformats.org/drawingml/2006/main">
            <a:off x="8248650" y="3267075"/>
            <a:ext cx="11239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747E8A"/>
                </a:solidFill>
                <a:latin typeface="Arial"/>
                <a:ea typeface="Arial"/>
                <a:cs typeface="Arial"/>
              </a:defRPr>
            </a:pPr>
            <a:r>
              <a:rPr sz="1800" b="0">
                <a:solidFill>
                  <a:srgbClr val="747E8A"/>
                </a:solidFill>
                <a:latin typeface="Arial"/>
                <a:ea typeface="Arial"/>
                <a:cs typeface="Arial"/>
              </a:rPr>
              <a:t>[tⱼ ; v]</a:t>
            </a:r>
          </a:p>
        </p:txBody>
      </p:sp>
      <p:sp>
        <p:nvSpPr>
          <p:cNvPr id="156" name="vector-149">
            <a:extLst xmlns:a="http://schemas.openxmlformats.org/drawingml/2006/main">
              <a:ext uri="{FF2B5EF4-FFF2-40B4-BE49-F238E27FC236}">
                <a16:creationId xmlns:a16="http://schemas.microsoft.com/office/drawing/2014/main" id="{3A10CEE6-9EFC-42C4-99AE-FD928E2151C8}"/>
              </a:ext>
            </a:extLst>
          </p:cNvPr>
          <p:cNvSpPr>
            <a:spLocks xmlns:a="http://schemas.openxmlformats.org/drawingml/2006/main" noGrp="1"/>
          </p:cNvSpPr>
          <p:nvPr/>
        </p:nvSpPr>
        <p:spPr>
          <a:xfrm xmlns:a="http://schemas.openxmlformats.org/drawingml/2006/main">
            <a:off x="9143524" y="2857024"/>
            <a:ext cx="953" cy="953"/>
          </a:xfrm>
          <a:prstGeom xmlns:a="http://schemas.openxmlformats.org/drawingml/2006/main" prst="rect">
            <a:avLst/>
          </a:prstGeom>
          <a:noFill xmlns:a="http://schemas.openxmlformats.org/drawingml/2006/main"/>
          <a:ln xmlns:a="http://schemas.openxmlformats.org/drawingml/2006/main" w="15240">
            <a:noFill/>
          </a:ln>
        </p:spPr>
      </p:sp>
      <p:sp>
        <p:nvSpPr>
          <p:cNvPr id="157" name="vector-150">
            <a:extLst xmlns:a="http://schemas.openxmlformats.org/drawingml/2006/main">
              <a:ext uri="{FF2B5EF4-FFF2-40B4-BE49-F238E27FC236}">
                <a16:creationId xmlns:a16="http://schemas.microsoft.com/office/drawing/2014/main" id="{6542E77B-C408-4206-AA03-2C47E65EFAA5}"/>
              </a:ext>
            </a:extLst>
          </p:cNvPr>
          <p:cNvSpPr>
            <a:spLocks xmlns:a="http://schemas.openxmlformats.org/drawingml/2006/main" noGrp="1"/>
          </p:cNvSpPr>
          <p:nvPr/>
        </p:nvSpPr>
        <p:spPr>
          <a:xfrm xmlns:a="http://schemas.openxmlformats.org/drawingml/2006/main">
            <a:off x="9743599" y="2857024"/>
            <a:ext cx="953" cy="953"/>
          </a:xfrm>
          <a:prstGeom xmlns:a="http://schemas.openxmlformats.org/drawingml/2006/main" prst="rect">
            <a:avLst/>
          </a:prstGeom>
          <a:noFill xmlns:a="http://schemas.openxmlformats.org/drawingml/2006/main"/>
          <a:ln xmlns:a="http://schemas.openxmlformats.org/drawingml/2006/main" w="15240">
            <a:noFill/>
          </a:ln>
        </p:spPr>
      </p:sp>
      <p:cxnSp>
        <p:nvCxnSpPr>
          <p:cNvPr id="378" name=""/>
          <p:cNvCxnSpPr>
            <a:stCxn xmlns:a="http://schemas.openxmlformats.org/drawingml/2006/main" id="156" idx="3"/>
            <a:endCxn xmlns:a="http://schemas.openxmlformats.org/drawingml/2006/main" id="157" idx="1"/>
          </p:cNvCxnSpPr>
          <p:nvPr/>
        </p:nvCxnSpPr>
        <p:spPr>
          <a:xfrm xmlns:a="http://schemas.openxmlformats.org/drawingml/2006/main">
            <a:off x="9144477" y="2857501"/>
            <a:ext cx="599122" cy="0"/>
          </a:xfrm>
          <a:prstGeom xmlns:a="http://schemas.openxmlformats.org/drawingml/2006/main" prst="straightConnector1">
            <a:avLst/>
          </a:prstGeom>
          <a:ln xmlns:a="http://schemas.openxmlformats.org/drawingml/2006/main" w="17145">
            <a:solidFill>
              <a:srgbClr val="8B6BB4"/>
            </a:solidFill>
            <a:tailEnd type="triangle" w="sm" len="sm"/>
          </a:ln>
        </p:spPr>
      </p:cxnSp>
      <p:sp>
        <p:nvSpPr>
          <p:cNvPr id="159" name="path-151">
            <a:extLst xmlns:a="http://schemas.openxmlformats.org/drawingml/2006/main">
              <a:ext uri="{FF2B5EF4-FFF2-40B4-BE49-F238E27FC236}">
                <a16:creationId xmlns:a16="http://schemas.microsoft.com/office/drawing/2014/main" id="{7EFDA166-92CB-4AC0-A72B-D77288B4E48C}"/>
              </a:ext>
            </a:extLst>
          </p:cNvPr>
          <p:cNvSpPr>
            <a:spLocks xmlns:a="http://schemas.openxmlformats.org/drawingml/2006/main" noGrp="1"/>
          </p:cNvSpPr>
          <p:nvPr/>
        </p:nvSpPr>
        <p:spPr>
          <a:xfrm xmlns:a="http://schemas.openxmlformats.org/drawingml/2006/main">
            <a:off x="10001250" y="2419350"/>
            <a:ext cx="666750" cy="142875"/>
          </a:xfrm>
          <a:custGeom xmlns:a="http://schemas.openxmlformats.org/drawingml/2006/main">
            <a:pathLst>
              <a:path w="666750" h="142875">
                <a:moveTo>
                  <a:pt x="0" y="142875"/>
                </a:moveTo>
                <a:lnTo>
                  <a:pt x="666750" y="0"/>
                </a:lnTo>
              </a:path>
            </a:pathLst>
          </a:custGeom>
          <a:noFill xmlns:a="http://schemas.openxmlformats.org/drawingml/2006/main"/>
          <a:ln xmlns:a="http://schemas.openxmlformats.org/drawingml/2006/main" w="11906">
            <a:solidFill>
              <a:srgbClr val="D9CBEA"/>
            </a:solidFill>
          </a:ln>
        </p:spPr>
      </p:sp>
      <p:sp>
        <p:nvSpPr>
          <p:cNvPr id="160" name="path-152">
            <a:extLst xmlns:a="http://schemas.openxmlformats.org/drawingml/2006/main">
              <a:ext uri="{FF2B5EF4-FFF2-40B4-BE49-F238E27FC236}">
                <a16:creationId xmlns:a16="http://schemas.microsoft.com/office/drawing/2014/main" id="{9B46E07C-A1BE-4CA2-A5A4-B31AD2208D5A}"/>
              </a:ext>
            </a:extLst>
          </p:cNvPr>
          <p:cNvSpPr>
            <a:spLocks xmlns:a="http://schemas.openxmlformats.org/drawingml/2006/main" noGrp="1"/>
          </p:cNvSpPr>
          <p:nvPr/>
        </p:nvSpPr>
        <p:spPr>
          <a:xfrm xmlns:a="http://schemas.openxmlformats.org/drawingml/2006/main">
            <a:off x="10001250" y="2562225"/>
            <a:ext cx="666750" cy="152400"/>
          </a:xfrm>
          <a:custGeom xmlns:a="http://schemas.openxmlformats.org/drawingml/2006/main">
            <a:pathLst>
              <a:path w="666750" h="152400">
                <a:moveTo>
                  <a:pt x="0" y="0"/>
                </a:moveTo>
                <a:lnTo>
                  <a:pt x="666750" y="152400"/>
                </a:lnTo>
              </a:path>
            </a:pathLst>
          </a:custGeom>
          <a:noFill xmlns:a="http://schemas.openxmlformats.org/drawingml/2006/main"/>
          <a:ln xmlns:a="http://schemas.openxmlformats.org/drawingml/2006/main" w="11906">
            <a:solidFill>
              <a:srgbClr val="D9CBEA"/>
            </a:solidFill>
          </a:ln>
        </p:spPr>
      </p:sp>
      <p:sp>
        <p:nvSpPr>
          <p:cNvPr id="161" name="path-153">
            <a:extLst xmlns:a="http://schemas.openxmlformats.org/drawingml/2006/main">
              <a:ext uri="{FF2B5EF4-FFF2-40B4-BE49-F238E27FC236}">
                <a16:creationId xmlns:a16="http://schemas.microsoft.com/office/drawing/2014/main" id="{CBD292F0-62E5-4D3E-94E2-7743B1B2E332}"/>
              </a:ext>
            </a:extLst>
          </p:cNvPr>
          <p:cNvSpPr>
            <a:spLocks xmlns:a="http://schemas.openxmlformats.org/drawingml/2006/main" noGrp="1"/>
          </p:cNvSpPr>
          <p:nvPr/>
        </p:nvSpPr>
        <p:spPr>
          <a:xfrm xmlns:a="http://schemas.openxmlformats.org/drawingml/2006/main">
            <a:off x="10001250" y="2562225"/>
            <a:ext cx="666750" cy="447675"/>
          </a:xfrm>
          <a:custGeom xmlns:a="http://schemas.openxmlformats.org/drawingml/2006/main">
            <a:pathLst>
              <a:path w="666750" h="447675">
                <a:moveTo>
                  <a:pt x="0" y="0"/>
                </a:moveTo>
                <a:lnTo>
                  <a:pt x="666750" y="447675"/>
                </a:lnTo>
              </a:path>
            </a:pathLst>
          </a:custGeom>
          <a:noFill xmlns:a="http://schemas.openxmlformats.org/drawingml/2006/main"/>
          <a:ln xmlns:a="http://schemas.openxmlformats.org/drawingml/2006/main" w="11906">
            <a:solidFill>
              <a:srgbClr val="D9CBEA"/>
            </a:solidFill>
          </a:ln>
        </p:spPr>
      </p:sp>
      <p:sp>
        <p:nvSpPr>
          <p:cNvPr id="162" name="path-154">
            <a:extLst xmlns:a="http://schemas.openxmlformats.org/drawingml/2006/main">
              <a:ext uri="{FF2B5EF4-FFF2-40B4-BE49-F238E27FC236}">
                <a16:creationId xmlns:a16="http://schemas.microsoft.com/office/drawing/2014/main" id="{F1CD23AC-C2C3-401C-B3E2-DDE21506A50A}"/>
              </a:ext>
            </a:extLst>
          </p:cNvPr>
          <p:cNvSpPr>
            <a:spLocks xmlns:a="http://schemas.openxmlformats.org/drawingml/2006/main" noGrp="1"/>
          </p:cNvSpPr>
          <p:nvPr/>
        </p:nvSpPr>
        <p:spPr>
          <a:xfrm xmlns:a="http://schemas.openxmlformats.org/drawingml/2006/main">
            <a:off x="10001250" y="2562225"/>
            <a:ext cx="666750" cy="742950"/>
          </a:xfrm>
          <a:custGeom xmlns:a="http://schemas.openxmlformats.org/drawingml/2006/main">
            <a:pathLst>
              <a:path w="666750" h="742950">
                <a:moveTo>
                  <a:pt x="0" y="0"/>
                </a:moveTo>
                <a:lnTo>
                  <a:pt x="666750" y="742950"/>
                </a:lnTo>
              </a:path>
            </a:pathLst>
          </a:custGeom>
          <a:noFill xmlns:a="http://schemas.openxmlformats.org/drawingml/2006/main"/>
          <a:ln xmlns:a="http://schemas.openxmlformats.org/drawingml/2006/main" w="11906">
            <a:solidFill>
              <a:srgbClr val="D9CBEA"/>
            </a:solidFill>
          </a:ln>
        </p:spPr>
      </p:sp>
      <p:sp>
        <p:nvSpPr>
          <p:cNvPr id="163" name="path-155">
            <a:extLst xmlns:a="http://schemas.openxmlformats.org/drawingml/2006/main">
              <a:ext uri="{FF2B5EF4-FFF2-40B4-BE49-F238E27FC236}">
                <a16:creationId xmlns:a16="http://schemas.microsoft.com/office/drawing/2014/main" id="{75A258AE-AAE8-438E-A4EF-2F495A93E1DC}"/>
              </a:ext>
            </a:extLst>
          </p:cNvPr>
          <p:cNvSpPr>
            <a:spLocks xmlns:a="http://schemas.openxmlformats.org/drawingml/2006/main" noGrp="1"/>
          </p:cNvSpPr>
          <p:nvPr/>
        </p:nvSpPr>
        <p:spPr>
          <a:xfrm xmlns:a="http://schemas.openxmlformats.org/drawingml/2006/main">
            <a:off x="10001250" y="2419350"/>
            <a:ext cx="666750" cy="438150"/>
          </a:xfrm>
          <a:custGeom xmlns:a="http://schemas.openxmlformats.org/drawingml/2006/main">
            <a:pathLst>
              <a:path w="666750" h="438150">
                <a:moveTo>
                  <a:pt x="0" y="438150"/>
                </a:moveTo>
                <a:lnTo>
                  <a:pt x="666750" y="0"/>
                </a:lnTo>
              </a:path>
            </a:pathLst>
          </a:custGeom>
          <a:noFill xmlns:a="http://schemas.openxmlformats.org/drawingml/2006/main"/>
          <a:ln xmlns:a="http://schemas.openxmlformats.org/drawingml/2006/main" w="11906">
            <a:solidFill>
              <a:srgbClr val="D9CBEA"/>
            </a:solidFill>
          </a:ln>
        </p:spPr>
      </p:sp>
      <p:sp>
        <p:nvSpPr>
          <p:cNvPr id="164" name="path-156">
            <a:extLst xmlns:a="http://schemas.openxmlformats.org/drawingml/2006/main">
              <a:ext uri="{FF2B5EF4-FFF2-40B4-BE49-F238E27FC236}">
                <a16:creationId xmlns:a16="http://schemas.microsoft.com/office/drawing/2014/main" id="{09094D2C-C779-4376-9F08-717CD92CE4BA}"/>
              </a:ext>
            </a:extLst>
          </p:cNvPr>
          <p:cNvSpPr>
            <a:spLocks xmlns:a="http://schemas.openxmlformats.org/drawingml/2006/main" noGrp="1"/>
          </p:cNvSpPr>
          <p:nvPr/>
        </p:nvSpPr>
        <p:spPr>
          <a:xfrm xmlns:a="http://schemas.openxmlformats.org/drawingml/2006/main">
            <a:off x="10001250" y="2714625"/>
            <a:ext cx="666750" cy="142875"/>
          </a:xfrm>
          <a:custGeom xmlns:a="http://schemas.openxmlformats.org/drawingml/2006/main">
            <a:pathLst>
              <a:path w="666750" h="142875">
                <a:moveTo>
                  <a:pt x="0" y="142875"/>
                </a:moveTo>
                <a:lnTo>
                  <a:pt x="666750" y="0"/>
                </a:lnTo>
              </a:path>
            </a:pathLst>
          </a:custGeom>
          <a:noFill xmlns:a="http://schemas.openxmlformats.org/drawingml/2006/main"/>
          <a:ln xmlns:a="http://schemas.openxmlformats.org/drawingml/2006/main" w="11906">
            <a:solidFill>
              <a:srgbClr val="D9CBEA"/>
            </a:solidFill>
          </a:ln>
        </p:spPr>
      </p:sp>
      <p:sp>
        <p:nvSpPr>
          <p:cNvPr id="165" name="path-157">
            <a:extLst xmlns:a="http://schemas.openxmlformats.org/drawingml/2006/main">
              <a:ext uri="{FF2B5EF4-FFF2-40B4-BE49-F238E27FC236}">
                <a16:creationId xmlns:a16="http://schemas.microsoft.com/office/drawing/2014/main" id="{EC7FC07F-D3B1-48CC-8E7D-247F5CC0491D}"/>
              </a:ext>
            </a:extLst>
          </p:cNvPr>
          <p:cNvSpPr>
            <a:spLocks xmlns:a="http://schemas.openxmlformats.org/drawingml/2006/main" noGrp="1"/>
          </p:cNvSpPr>
          <p:nvPr/>
        </p:nvSpPr>
        <p:spPr>
          <a:xfrm xmlns:a="http://schemas.openxmlformats.org/drawingml/2006/main">
            <a:off x="10001250" y="2857500"/>
            <a:ext cx="666750" cy="152400"/>
          </a:xfrm>
          <a:custGeom xmlns:a="http://schemas.openxmlformats.org/drawingml/2006/main">
            <a:pathLst>
              <a:path w="666750" h="152400">
                <a:moveTo>
                  <a:pt x="0" y="0"/>
                </a:moveTo>
                <a:lnTo>
                  <a:pt x="666750" y="152400"/>
                </a:lnTo>
              </a:path>
            </a:pathLst>
          </a:custGeom>
          <a:noFill xmlns:a="http://schemas.openxmlformats.org/drawingml/2006/main"/>
          <a:ln xmlns:a="http://schemas.openxmlformats.org/drawingml/2006/main" w="11906">
            <a:solidFill>
              <a:srgbClr val="D9CBEA"/>
            </a:solidFill>
          </a:ln>
        </p:spPr>
      </p:sp>
      <p:sp>
        <p:nvSpPr>
          <p:cNvPr id="166" name="path-158">
            <a:extLst xmlns:a="http://schemas.openxmlformats.org/drawingml/2006/main">
              <a:ext uri="{FF2B5EF4-FFF2-40B4-BE49-F238E27FC236}">
                <a16:creationId xmlns:a16="http://schemas.microsoft.com/office/drawing/2014/main" id="{DD08D888-BC4F-4F82-983E-3EDE19541903}"/>
              </a:ext>
            </a:extLst>
          </p:cNvPr>
          <p:cNvSpPr>
            <a:spLocks xmlns:a="http://schemas.openxmlformats.org/drawingml/2006/main" noGrp="1"/>
          </p:cNvSpPr>
          <p:nvPr/>
        </p:nvSpPr>
        <p:spPr>
          <a:xfrm xmlns:a="http://schemas.openxmlformats.org/drawingml/2006/main">
            <a:off x="10001250" y="2857500"/>
            <a:ext cx="666750" cy="447675"/>
          </a:xfrm>
          <a:custGeom xmlns:a="http://schemas.openxmlformats.org/drawingml/2006/main">
            <a:pathLst>
              <a:path w="666750" h="447675">
                <a:moveTo>
                  <a:pt x="0" y="0"/>
                </a:moveTo>
                <a:lnTo>
                  <a:pt x="666750" y="447675"/>
                </a:lnTo>
              </a:path>
            </a:pathLst>
          </a:custGeom>
          <a:noFill xmlns:a="http://schemas.openxmlformats.org/drawingml/2006/main"/>
          <a:ln xmlns:a="http://schemas.openxmlformats.org/drawingml/2006/main" w="11906">
            <a:solidFill>
              <a:srgbClr val="D9CBEA"/>
            </a:solidFill>
          </a:ln>
        </p:spPr>
      </p:sp>
      <p:sp>
        <p:nvSpPr>
          <p:cNvPr id="167" name="path-159">
            <a:extLst xmlns:a="http://schemas.openxmlformats.org/drawingml/2006/main">
              <a:ext uri="{FF2B5EF4-FFF2-40B4-BE49-F238E27FC236}">
                <a16:creationId xmlns:a16="http://schemas.microsoft.com/office/drawing/2014/main" id="{5257F142-A0B1-4471-B901-E69DF36D5F46}"/>
              </a:ext>
            </a:extLst>
          </p:cNvPr>
          <p:cNvSpPr>
            <a:spLocks xmlns:a="http://schemas.openxmlformats.org/drawingml/2006/main" noGrp="1"/>
          </p:cNvSpPr>
          <p:nvPr/>
        </p:nvSpPr>
        <p:spPr>
          <a:xfrm xmlns:a="http://schemas.openxmlformats.org/drawingml/2006/main">
            <a:off x="10001250" y="2419350"/>
            <a:ext cx="666750" cy="733425"/>
          </a:xfrm>
          <a:custGeom xmlns:a="http://schemas.openxmlformats.org/drawingml/2006/main">
            <a:pathLst>
              <a:path w="666750" h="733425">
                <a:moveTo>
                  <a:pt x="0" y="733425"/>
                </a:moveTo>
                <a:lnTo>
                  <a:pt x="666750" y="0"/>
                </a:lnTo>
              </a:path>
            </a:pathLst>
          </a:custGeom>
          <a:noFill xmlns:a="http://schemas.openxmlformats.org/drawingml/2006/main"/>
          <a:ln xmlns:a="http://schemas.openxmlformats.org/drawingml/2006/main" w="11906">
            <a:solidFill>
              <a:srgbClr val="D9CBEA"/>
            </a:solidFill>
          </a:ln>
        </p:spPr>
      </p:sp>
      <p:sp>
        <p:nvSpPr>
          <p:cNvPr id="168" name="path-160">
            <a:extLst xmlns:a="http://schemas.openxmlformats.org/drawingml/2006/main">
              <a:ext uri="{FF2B5EF4-FFF2-40B4-BE49-F238E27FC236}">
                <a16:creationId xmlns:a16="http://schemas.microsoft.com/office/drawing/2014/main" id="{75A09C56-C505-46CE-B363-E1B669356AE3}"/>
              </a:ext>
            </a:extLst>
          </p:cNvPr>
          <p:cNvSpPr>
            <a:spLocks xmlns:a="http://schemas.openxmlformats.org/drawingml/2006/main" noGrp="1"/>
          </p:cNvSpPr>
          <p:nvPr/>
        </p:nvSpPr>
        <p:spPr>
          <a:xfrm xmlns:a="http://schemas.openxmlformats.org/drawingml/2006/main">
            <a:off x="10001250" y="2714625"/>
            <a:ext cx="666750" cy="438150"/>
          </a:xfrm>
          <a:custGeom xmlns:a="http://schemas.openxmlformats.org/drawingml/2006/main">
            <a:pathLst>
              <a:path w="666750" h="438150">
                <a:moveTo>
                  <a:pt x="0" y="438150"/>
                </a:moveTo>
                <a:lnTo>
                  <a:pt x="666750" y="0"/>
                </a:lnTo>
              </a:path>
            </a:pathLst>
          </a:custGeom>
          <a:noFill xmlns:a="http://schemas.openxmlformats.org/drawingml/2006/main"/>
          <a:ln xmlns:a="http://schemas.openxmlformats.org/drawingml/2006/main" w="11906">
            <a:solidFill>
              <a:srgbClr val="D9CBEA"/>
            </a:solidFill>
          </a:ln>
        </p:spPr>
      </p:sp>
      <p:sp>
        <p:nvSpPr>
          <p:cNvPr id="169" name="path-161">
            <a:extLst xmlns:a="http://schemas.openxmlformats.org/drawingml/2006/main">
              <a:ext uri="{FF2B5EF4-FFF2-40B4-BE49-F238E27FC236}">
                <a16:creationId xmlns:a16="http://schemas.microsoft.com/office/drawing/2014/main" id="{F29ACAEF-0728-4469-8A56-E4F2B72405B9}"/>
              </a:ext>
            </a:extLst>
          </p:cNvPr>
          <p:cNvSpPr>
            <a:spLocks xmlns:a="http://schemas.openxmlformats.org/drawingml/2006/main" noGrp="1"/>
          </p:cNvSpPr>
          <p:nvPr/>
        </p:nvSpPr>
        <p:spPr>
          <a:xfrm xmlns:a="http://schemas.openxmlformats.org/drawingml/2006/main">
            <a:off x="10001250" y="3009900"/>
            <a:ext cx="666750" cy="142875"/>
          </a:xfrm>
          <a:custGeom xmlns:a="http://schemas.openxmlformats.org/drawingml/2006/main">
            <a:pathLst>
              <a:path w="666750" h="142875">
                <a:moveTo>
                  <a:pt x="0" y="142875"/>
                </a:moveTo>
                <a:lnTo>
                  <a:pt x="666750" y="0"/>
                </a:lnTo>
              </a:path>
            </a:pathLst>
          </a:custGeom>
          <a:noFill xmlns:a="http://schemas.openxmlformats.org/drawingml/2006/main"/>
          <a:ln xmlns:a="http://schemas.openxmlformats.org/drawingml/2006/main" w="11906">
            <a:solidFill>
              <a:srgbClr val="D9CBEA"/>
            </a:solidFill>
          </a:ln>
        </p:spPr>
      </p:sp>
      <p:sp>
        <p:nvSpPr>
          <p:cNvPr id="170" name="path-162">
            <a:extLst xmlns:a="http://schemas.openxmlformats.org/drawingml/2006/main">
              <a:ext uri="{FF2B5EF4-FFF2-40B4-BE49-F238E27FC236}">
                <a16:creationId xmlns:a16="http://schemas.microsoft.com/office/drawing/2014/main" id="{DCD26D6D-00C3-418D-990A-17A02B67B1D5}"/>
              </a:ext>
            </a:extLst>
          </p:cNvPr>
          <p:cNvSpPr>
            <a:spLocks xmlns:a="http://schemas.openxmlformats.org/drawingml/2006/main" noGrp="1"/>
          </p:cNvSpPr>
          <p:nvPr/>
        </p:nvSpPr>
        <p:spPr>
          <a:xfrm xmlns:a="http://schemas.openxmlformats.org/drawingml/2006/main">
            <a:off x="10001250" y="3152775"/>
            <a:ext cx="666750" cy="152400"/>
          </a:xfrm>
          <a:custGeom xmlns:a="http://schemas.openxmlformats.org/drawingml/2006/main">
            <a:pathLst>
              <a:path w="666750" h="152400">
                <a:moveTo>
                  <a:pt x="0" y="0"/>
                </a:moveTo>
                <a:lnTo>
                  <a:pt x="666750" y="152400"/>
                </a:lnTo>
              </a:path>
            </a:pathLst>
          </a:custGeom>
          <a:noFill xmlns:a="http://schemas.openxmlformats.org/drawingml/2006/main"/>
          <a:ln xmlns:a="http://schemas.openxmlformats.org/drawingml/2006/main" w="11906">
            <a:solidFill>
              <a:srgbClr val="D9CBEA"/>
            </a:solidFill>
          </a:ln>
        </p:spPr>
      </p:sp>
      <p:sp>
        <p:nvSpPr>
          <p:cNvPr id="171" name="path-163">
            <a:extLst xmlns:a="http://schemas.openxmlformats.org/drawingml/2006/main">
              <a:ext uri="{FF2B5EF4-FFF2-40B4-BE49-F238E27FC236}">
                <a16:creationId xmlns:a16="http://schemas.microsoft.com/office/drawing/2014/main" id="{9A0171D6-8ABF-4F92-AD14-ED19C948FCA3}"/>
              </a:ext>
            </a:extLst>
          </p:cNvPr>
          <p:cNvSpPr>
            <a:spLocks xmlns:a="http://schemas.openxmlformats.org/drawingml/2006/main" noGrp="1"/>
          </p:cNvSpPr>
          <p:nvPr/>
        </p:nvSpPr>
        <p:spPr>
          <a:xfrm xmlns:a="http://schemas.openxmlformats.org/drawingml/2006/main">
            <a:off x="10668000" y="2419350"/>
            <a:ext cx="666750" cy="438150"/>
          </a:xfrm>
          <a:custGeom xmlns:a="http://schemas.openxmlformats.org/drawingml/2006/main">
            <a:pathLst>
              <a:path w="666750" h="438150">
                <a:moveTo>
                  <a:pt x="0" y="0"/>
                </a:moveTo>
                <a:lnTo>
                  <a:pt x="666750" y="438150"/>
                </a:lnTo>
              </a:path>
            </a:pathLst>
          </a:custGeom>
          <a:noFill xmlns:a="http://schemas.openxmlformats.org/drawingml/2006/main"/>
          <a:ln xmlns:a="http://schemas.openxmlformats.org/drawingml/2006/main" w="13335">
            <a:solidFill>
              <a:srgbClr val="BFA8D5"/>
            </a:solidFill>
          </a:ln>
        </p:spPr>
      </p:sp>
      <p:sp>
        <p:nvSpPr>
          <p:cNvPr id="172" name="path-164">
            <a:extLst xmlns:a="http://schemas.openxmlformats.org/drawingml/2006/main">
              <a:ext uri="{FF2B5EF4-FFF2-40B4-BE49-F238E27FC236}">
                <a16:creationId xmlns:a16="http://schemas.microsoft.com/office/drawing/2014/main" id="{54345287-20AC-4E19-8DFF-85CFCC85B22C}"/>
              </a:ext>
            </a:extLst>
          </p:cNvPr>
          <p:cNvSpPr>
            <a:spLocks xmlns:a="http://schemas.openxmlformats.org/drawingml/2006/main" noGrp="1"/>
          </p:cNvSpPr>
          <p:nvPr/>
        </p:nvSpPr>
        <p:spPr>
          <a:xfrm xmlns:a="http://schemas.openxmlformats.org/drawingml/2006/main">
            <a:off x="10668000" y="2714625"/>
            <a:ext cx="666750" cy="142875"/>
          </a:xfrm>
          <a:custGeom xmlns:a="http://schemas.openxmlformats.org/drawingml/2006/main">
            <a:pathLst>
              <a:path w="666750" h="142875">
                <a:moveTo>
                  <a:pt x="0" y="0"/>
                </a:moveTo>
                <a:lnTo>
                  <a:pt x="666750" y="142875"/>
                </a:lnTo>
              </a:path>
            </a:pathLst>
          </a:custGeom>
          <a:noFill xmlns:a="http://schemas.openxmlformats.org/drawingml/2006/main"/>
          <a:ln xmlns:a="http://schemas.openxmlformats.org/drawingml/2006/main" w="13335">
            <a:solidFill>
              <a:srgbClr val="BFA8D5"/>
            </a:solidFill>
          </a:ln>
        </p:spPr>
      </p:sp>
      <p:sp>
        <p:nvSpPr>
          <p:cNvPr id="173" name="path-165">
            <a:extLst xmlns:a="http://schemas.openxmlformats.org/drawingml/2006/main">
              <a:ext uri="{FF2B5EF4-FFF2-40B4-BE49-F238E27FC236}">
                <a16:creationId xmlns:a16="http://schemas.microsoft.com/office/drawing/2014/main" id="{D7EC0B52-4F93-415E-8A23-494E59099106}"/>
              </a:ext>
            </a:extLst>
          </p:cNvPr>
          <p:cNvSpPr>
            <a:spLocks xmlns:a="http://schemas.openxmlformats.org/drawingml/2006/main" noGrp="1"/>
          </p:cNvSpPr>
          <p:nvPr/>
        </p:nvSpPr>
        <p:spPr>
          <a:xfrm xmlns:a="http://schemas.openxmlformats.org/drawingml/2006/main">
            <a:off x="10668000" y="2857500"/>
            <a:ext cx="666750" cy="152400"/>
          </a:xfrm>
          <a:custGeom xmlns:a="http://schemas.openxmlformats.org/drawingml/2006/main">
            <a:pathLst>
              <a:path w="666750" h="152400">
                <a:moveTo>
                  <a:pt x="0" y="152400"/>
                </a:moveTo>
                <a:lnTo>
                  <a:pt x="666750" y="0"/>
                </a:lnTo>
              </a:path>
            </a:pathLst>
          </a:custGeom>
          <a:noFill xmlns:a="http://schemas.openxmlformats.org/drawingml/2006/main"/>
          <a:ln xmlns:a="http://schemas.openxmlformats.org/drawingml/2006/main" w="13335">
            <a:solidFill>
              <a:srgbClr val="BFA8D5"/>
            </a:solidFill>
          </a:ln>
        </p:spPr>
      </p:sp>
      <p:sp>
        <p:nvSpPr>
          <p:cNvPr id="174" name="path-166">
            <a:extLst xmlns:a="http://schemas.openxmlformats.org/drawingml/2006/main">
              <a:ext uri="{FF2B5EF4-FFF2-40B4-BE49-F238E27FC236}">
                <a16:creationId xmlns:a16="http://schemas.microsoft.com/office/drawing/2014/main" id="{4439ADE8-EFD2-4BDC-BB89-2470DF1ACD24}"/>
              </a:ext>
            </a:extLst>
          </p:cNvPr>
          <p:cNvSpPr>
            <a:spLocks xmlns:a="http://schemas.openxmlformats.org/drawingml/2006/main" noGrp="1"/>
          </p:cNvSpPr>
          <p:nvPr/>
        </p:nvSpPr>
        <p:spPr>
          <a:xfrm xmlns:a="http://schemas.openxmlformats.org/drawingml/2006/main">
            <a:off x="10668000" y="2857500"/>
            <a:ext cx="666750" cy="447675"/>
          </a:xfrm>
          <a:custGeom xmlns:a="http://schemas.openxmlformats.org/drawingml/2006/main">
            <a:pathLst>
              <a:path w="666750" h="447675">
                <a:moveTo>
                  <a:pt x="0" y="447675"/>
                </a:moveTo>
                <a:lnTo>
                  <a:pt x="666750" y="0"/>
                </a:lnTo>
              </a:path>
            </a:pathLst>
          </a:custGeom>
          <a:noFill xmlns:a="http://schemas.openxmlformats.org/drawingml/2006/main"/>
          <a:ln xmlns:a="http://schemas.openxmlformats.org/drawingml/2006/main" w="13335">
            <a:solidFill>
              <a:srgbClr val="BFA8D5"/>
            </a:solidFill>
          </a:ln>
        </p:spPr>
      </p:sp>
      <p:sp>
        <p:nvSpPr>
          <p:cNvPr id="175" name="vector-167">
            <a:extLst xmlns:a="http://schemas.openxmlformats.org/drawingml/2006/main">
              <a:ext uri="{FF2B5EF4-FFF2-40B4-BE49-F238E27FC236}">
                <a16:creationId xmlns:a16="http://schemas.microsoft.com/office/drawing/2014/main" id="{F4963DA0-250E-4A97-B72B-62D304096A21}"/>
              </a:ext>
            </a:extLst>
          </p:cNvPr>
          <p:cNvSpPr>
            <a:spLocks xmlns:a="http://schemas.openxmlformats.org/drawingml/2006/main" noGrp="1"/>
          </p:cNvSpPr>
          <p:nvPr/>
        </p:nvSpPr>
        <p:spPr>
          <a:xfrm xmlns:a="http://schemas.openxmlformats.org/drawingml/2006/main">
            <a:off x="9934575" y="2495550"/>
            <a:ext cx="133350" cy="133350"/>
          </a:xfrm>
          <a:prstGeom xmlns:a="http://schemas.openxmlformats.org/drawingml/2006/main" prst="ellipse">
            <a:avLst/>
          </a:prstGeom>
          <a:solidFill xmlns:a="http://schemas.openxmlformats.org/drawingml/2006/main">
            <a:srgbClr val="F4EFF9"/>
          </a:solidFill>
          <a:ln xmlns:a="http://schemas.openxmlformats.org/drawingml/2006/main" w="15240">
            <a:solidFill>
              <a:srgbClr val="8B6BB4"/>
            </a:solidFill>
          </a:ln>
        </p:spPr>
      </p:sp>
      <p:sp>
        <p:nvSpPr>
          <p:cNvPr id="176" name="vector-168">
            <a:extLst xmlns:a="http://schemas.openxmlformats.org/drawingml/2006/main">
              <a:ext uri="{FF2B5EF4-FFF2-40B4-BE49-F238E27FC236}">
                <a16:creationId xmlns:a16="http://schemas.microsoft.com/office/drawing/2014/main" id="{8B66F5C2-4374-4791-83FC-4A2BCB066A3E}"/>
              </a:ext>
            </a:extLst>
          </p:cNvPr>
          <p:cNvSpPr>
            <a:spLocks xmlns:a="http://schemas.openxmlformats.org/drawingml/2006/main" noGrp="1"/>
          </p:cNvSpPr>
          <p:nvPr/>
        </p:nvSpPr>
        <p:spPr>
          <a:xfrm xmlns:a="http://schemas.openxmlformats.org/drawingml/2006/main">
            <a:off x="9934575" y="2790825"/>
            <a:ext cx="133350" cy="133350"/>
          </a:xfrm>
          <a:prstGeom xmlns:a="http://schemas.openxmlformats.org/drawingml/2006/main" prst="ellipse">
            <a:avLst/>
          </a:prstGeom>
          <a:solidFill xmlns:a="http://schemas.openxmlformats.org/drawingml/2006/main">
            <a:srgbClr val="F4EFF9"/>
          </a:solidFill>
          <a:ln xmlns:a="http://schemas.openxmlformats.org/drawingml/2006/main" w="15240">
            <a:solidFill>
              <a:srgbClr val="8B6BB4"/>
            </a:solidFill>
          </a:ln>
        </p:spPr>
      </p:sp>
      <p:sp>
        <p:nvSpPr>
          <p:cNvPr id="177" name="vector-169">
            <a:extLst xmlns:a="http://schemas.openxmlformats.org/drawingml/2006/main">
              <a:ext uri="{FF2B5EF4-FFF2-40B4-BE49-F238E27FC236}">
                <a16:creationId xmlns:a16="http://schemas.microsoft.com/office/drawing/2014/main" id="{329CDADA-D2BF-46D1-A41E-9BF87D40895A}"/>
              </a:ext>
            </a:extLst>
          </p:cNvPr>
          <p:cNvSpPr>
            <a:spLocks xmlns:a="http://schemas.openxmlformats.org/drawingml/2006/main" noGrp="1"/>
          </p:cNvSpPr>
          <p:nvPr/>
        </p:nvSpPr>
        <p:spPr>
          <a:xfrm xmlns:a="http://schemas.openxmlformats.org/drawingml/2006/main">
            <a:off x="9934575" y="3086100"/>
            <a:ext cx="133350" cy="133350"/>
          </a:xfrm>
          <a:prstGeom xmlns:a="http://schemas.openxmlformats.org/drawingml/2006/main" prst="ellipse">
            <a:avLst/>
          </a:prstGeom>
          <a:solidFill xmlns:a="http://schemas.openxmlformats.org/drawingml/2006/main">
            <a:srgbClr val="F4EFF9"/>
          </a:solidFill>
          <a:ln xmlns:a="http://schemas.openxmlformats.org/drawingml/2006/main" w="15240">
            <a:solidFill>
              <a:srgbClr val="8B6BB4"/>
            </a:solidFill>
          </a:ln>
        </p:spPr>
      </p:sp>
      <p:sp>
        <p:nvSpPr>
          <p:cNvPr id="178" name="vector-170">
            <a:extLst xmlns:a="http://schemas.openxmlformats.org/drawingml/2006/main">
              <a:ext uri="{FF2B5EF4-FFF2-40B4-BE49-F238E27FC236}">
                <a16:creationId xmlns:a16="http://schemas.microsoft.com/office/drawing/2014/main" id="{D4CC847E-8CB3-478C-90A6-EDF2F679DC1E}"/>
              </a:ext>
            </a:extLst>
          </p:cNvPr>
          <p:cNvSpPr>
            <a:spLocks xmlns:a="http://schemas.openxmlformats.org/drawingml/2006/main" noGrp="1"/>
          </p:cNvSpPr>
          <p:nvPr/>
        </p:nvSpPr>
        <p:spPr>
          <a:xfrm xmlns:a="http://schemas.openxmlformats.org/drawingml/2006/main">
            <a:off x="10601325" y="2352675"/>
            <a:ext cx="133350" cy="133350"/>
          </a:xfrm>
          <a:prstGeom xmlns:a="http://schemas.openxmlformats.org/drawingml/2006/main" prst="ellipse">
            <a:avLst/>
          </a:prstGeom>
          <a:solidFill xmlns:a="http://schemas.openxmlformats.org/drawingml/2006/main">
            <a:srgbClr val="F4EFF9"/>
          </a:solidFill>
          <a:ln xmlns:a="http://schemas.openxmlformats.org/drawingml/2006/main" w="15240">
            <a:solidFill>
              <a:srgbClr val="8B6BB4"/>
            </a:solidFill>
          </a:ln>
        </p:spPr>
      </p:sp>
      <p:sp>
        <p:nvSpPr>
          <p:cNvPr id="179" name="vector-171">
            <a:extLst xmlns:a="http://schemas.openxmlformats.org/drawingml/2006/main">
              <a:ext uri="{FF2B5EF4-FFF2-40B4-BE49-F238E27FC236}">
                <a16:creationId xmlns:a16="http://schemas.microsoft.com/office/drawing/2014/main" id="{C8C45C00-A81B-4E15-BB02-48DFA3C25CCC}"/>
              </a:ext>
            </a:extLst>
          </p:cNvPr>
          <p:cNvSpPr>
            <a:spLocks xmlns:a="http://schemas.openxmlformats.org/drawingml/2006/main" noGrp="1"/>
          </p:cNvSpPr>
          <p:nvPr/>
        </p:nvSpPr>
        <p:spPr>
          <a:xfrm xmlns:a="http://schemas.openxmlformats.org/drawingml/2006/main">
            <a:off x="10601325" y="2647950"/>
            <a:ext cx="133350" cy="133350"/>
          </a:xfrm>
          <a:prstGeom xmlns:a="http://schemas.openxmlformats.org/drawingml/2006/main" prst="ellipse">
            <a:avLst/>
          </a:prstGeom>
          <a:solidFill xmlns:a="http://schemas.openxmlformats.org/drawingml/2006/main">
            <a:srgbClr val="F4EFF9"/>
          </a:solidFill>
          <a:ln xmlns:a="http://schemas.openxmlformats.org/drawingml/2006/main" w="15240">
            <a:solidFill>
              <a:srgbClr val="8B6BB4"/>
            </a:solidFill>
          </a:ln>
        </p:spPr>
      </p:sp>
      <p:sp>
        <p:nvSpPr>
          <p:cNvPr id="180" name="vector-172">
            <a:extLst xmlns:a="http://schemas.openxmlformats.org/drawingml/2006/main">
              <a:ext uri="{FF2B5EF4-FFF2-40B4-BE49-F238E27FC236}">
                <a16:creationId xmlns:a16="http://schemas.microsoft.com/office/drawing/2014/main" id="{0641C97F-5B7C-4DFA-8DC6-55AF76E152AE}"/>
              </a:ext>
            </a:extLst>
          </p:cNvPr>
          <p:cNvSpPr>
            <a:spLocks xmlns:a="http://schemas.openxmlformats.org/drawingml/2006/main" noGrp="1"/>
          </p:cNvSpPr>
          <p:nvPr/>
        </p:nvSpPr>
        <p:spPr>
          <a:xfrm xmlns:a="http://schemas.openxmlformats.org/drawingml/2006/main">
            <a:off x="10601325" y="2943225"/>
            <a:ext cx="133350" cy="133350"/>
          </a:xfrm>
          <a:prstGeom xmlns:a="http://schemas.openxmlformats.org/drawingml/2006/main" prst="ellipse">
            <a:avLst/>
          </a:prstGeom>
          <a:solidFill xmlns:a="http://schemas.openxmlformats.org/drawingml/2006/main">
            <a:srgbClr val="F4EFF9"/>
          </a:solidFill>
          <a:ln xmlns:a="http://schemas.openxmlformats.org/drawingml/2006/main" w="15240">
            <a:solidFill>
              <a:srgbClr val="8B6BB4"/>
            </a:solidFill>
          </a:ln>
        </p:spPr>
      </p:sp>
      <p:sp>
        <p:nvSpPr>
          <p:cNvPr id="181" name="vector-173">
            <a:extLst xmlns:a="http://schemas.openxmlformats.org/drawingml/2006/main">
              <a:ext uri="{FF2B5EF4-FFF2-40B4-BE49-F238E27FC236}">
                <a16:creationId xmlns:a16="http://schemas.microsoft.com/office/drawing/2014/main" id="{756C5BF5-53BF-4286-B840-145B10F81862}"/>
              </a:ext>
            </a:extLst>
          </p:cNvPr>
          <p:cNvSpPr>
            <a:spLocks xmlns:a="http://schemas.openxmlformats.org/drawingml/2006/main" noGrp="1"/>
          </p:cNvSpPr>
          <p:nvPr/>
        </p:nvSpPr>
        <p:spPr>
          <a:xfrm xmlns:a="http://schemas.openxmlformats.org/drawingml/2006/main">
            <a:off x="10601325" y="3238500"/>
            <a:ext cx="133350" cy="133350"/>
          </a:xfrm>
          <a:prstGeom xmlns:a="http://schemas.openxmlformats.org/drawingml/2006/main" prst="ellipse">
            <a:avLst/>
          </a:prstGeom>
          <a:solidFill xmlns:a="http://schemas.openxmlformats.org/drawingml/2006/main">
            <a:srgbClr val="F4EFF9"/>
          </a:solidFill>
          <a:ln xmlns:a="http://schemas.openxmlformats.org/drawingml/2006/main" w="15240">
            <a:solidFill>
              <a:srgbClr val="8B6BB4"/>
            </a:solidFill>
          </a:ln>
        </p:spPr>
      </p:sp>
      <p:sp>
        <p:nvSpPr>
          <p:cNvPr id="182" name="vector-174">
            <a:extLst xmlns:a="http://schemas.openxmlformats.org/drawingml/2006/main">
              <a:ext uri="{FF2B5EF4-FFF2-40B4-BE49-F238E27FC236}">
                <a16:creationId xmlns:a16="http://schemas.microsoft.com/office/drawing/2014/main" id="{21ABC5CC-9162-4885-A7F1-4DB21805A38F}"/>
              </a:ext>
            </a:extLst>
          </p:cNvPr>
          <p:cNvSpPr>
            <a:spLocks xmlns:a="http://schemas.openxmlformats.org/drawingml/2006/main" noGrp="1"/>
          </p:cNvSpPr>
          <p:nvPr/>
        </p:nvSpPr>
        <p:spPr>
          <a:xfrm xmlns:a="http://schemas.openxmlformats.org/drawingml/2006/main">
            <a:off x="11239500" y="2762250"/>
            <a:ext cx="190500" cy="190500"/>
          </a:xfrm>
          <a:prstGeom xmlns:a="http://schemas.openxmlformats.org/drawingml/2006/main" prst="ellipse">
            <a:avLst/>
          </a:prstGeom>
          <a:solidFill xmlns:a="http://schemas.openxmlformats.org/drawingml/2006/main">
            <a:srgbClr val="F4EFF9"/>
          </a:solidFill>
          <a:ln xmlns:a="http://schemas.openxmlformats.org/drawingml/2006/main" w="15240">
            <a:solidFill>
              <a:srgbClr val="8B6BB4"/>
            </a:solidFill>
          </a:ln>
        </p:spPr>
      </p:sp>
      <p:sp>
        <p:nvSpPr>
          <p:cNvPr id="183" name="vector-175">
            <a:extLst xmlns:a="http://schemas.openxmlformats.org/drawingml/2006/main">
              <a:ext uri="{FF2B5EF4-FFF2-40B4-BE49-F238E27FC236}">
                <a16:creationId xmlns:a16="http://schemas.microsoft.com/office/drawing/2014/main" id="{189ED72D-93A2-48A9-B182-E718DD754B79}"/>
              </a:ext>
            </a:extLst>
          </p:cNvPr>
          <p:cNvSpPr>
            <a:spLocks xmlns:a="http://schemas.openxmlformats.org/drawingml/2006/main" noGrp="1"/>
          </p:cNvSpPr>
          <p:nvPr/>
        </p:nvSpPr>
        <p:spPr>
          <a:xfrm xmlns:a="http://schemas.openxmlformats.org/drawingml/2006/main">
            <a:off x="10401300" y="1981200"/>
            <a:ext cx="723900" cy="3810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8B6BB4"/>
                </a:solidFill>
                <a:latin typeface="Arial"/>
                <a:ea typeface="Arial"/>
                <a:cs typeface="Arial"/>
              </a:defRPr>
            </a:pPr>
            <a:r>
              <a:rPr sz="2325" b="1">
                <a:solidFill>
                  <a:srgbClr val="8B6BB4"/>
                </a:solidFill>
                <a:latin typeface="Arial"/>
                <a:ea typeface="Arial"/>
                <a:cs typeface="Arial"/>
              </a:rPr>
              <a:t>fθ</a:t>
            </a:r>
          </a:p>
        </p:txBody>
      </p:sp>
      <p:sp>
        <p:nvSpPr>
          <p:cNvPr id="184" name="vector-176">
            <a:extLst xmlns:a="http://schemas.openxmlformats.org/drawingml/2006/main">
              <a:ext uri="{FF2B5EF4-FFF2-40B4-BE49-F238E27FC236}">
                <a16:creationId xmlns:a16="http://schemas.microsoft.com/office/drawing/2014/main" id="{FB0ADDDB-C41D-4E07-BEE8-51742FFC03FA}"/>
              </a:ext>
            </a:extLst>
          </p:cNvPr>
          <p:cNvSpPr>
            <a:spLocks xmlns:a="http://schemas.openxmlformats.org/drawingml/2006/main" noGrp="1"/>
          </p:cNvSpPr>
          <p:nvPr/>
        </p:nvSpPr>
        <p:spPr>
          <a:xfrm xmlns:a="http://schemas.openxmlformats.org/drawingml/2006/main">
            <a:off x="11177588" y="2109788"/>
            <a:ext cx="85725" cy="85725"/>
          </a:xfrm>
          <a:prstGeom xmlns:a="http://schemas.openxmlformats.org/drawingml/2006/main" prst="ellipse">
            <a:avLst/>
          </a:prstGeom>
          <a:solidFill xmlns:a="http://schemas.openxmlformats.org/drawingml/2006/main">
            <a:srgbClr val="B67F38"/>
          </a:solidFill>
          <a:ln xmlns:a="http://schemas.openxmlformats.org/drawingml/2006/main" w="15240">
            <a:noFill/>
          </a:ln>
        </p:spPr>
      </p:sp>
      <p:sp>
        <p:nvSpPr>
          <p:cNvPr id="185" name="vector-177">
            <a:extLst xmlns:a="http://schemas.openxmlformats.org/drawingml/2006/main">
              <a:ext uri="{FF2B5EF4-FFF2-40B4-BE49-F238E27FC236}">
                <a16:creationId xmlns:a16="http://schemas.microsoft.com/office/drawing/2014/main" id="{7CD11FF8-AE70-41A8-81A7-C393E7D83854}"/>
              </a:ext>
            </a:extLst>
          </p:cNvPr>
          <p:cNvSpPr>
            <a:spLocks xmlns:a="http://schemas.openxmlformats.org/drawingml/2006/main" noGrp="1"/>
          </p:cNvSpPr>
          <p:nvPr/>
        </p:nvSpPr>
        <p:spPr>
          <a:xfrm xmlns:a="http://schemas.openxmlformats.org/drawingml/2006/main">
            <a:off x="9391650" y="3714750"/>
            <a:ext cx="2847975" cy="2762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747E8A"/>
                </a:solidFill>
                <a:latin typeface="Arial"/>
                <a:ea typeface="Arial"/>
                <a:cs typeface="Arial"/>
              </a:defRPr>
            </a:pPr>
            <a:r>
              <a:rPr sz="1725" b="0">
                <a:solidFill>
                  <a:srgbClr val="747E8A"/>
                </a:solidFill>
                <a:latin typeface="Arial"/>
                <a:ea typeface="Arial"/>
                <a:cs typeface="Arial"/>
              </a:rPr>
              <a:t>Shared across candidates</a:t>
            </a:r>
          </a:p>
        </p:txBody>
      </p:sp>
      <p:sp>
        <p:nvSpPr>
          <p:cNvPr id="186" name="vector-178">
            <a:extLst xmlns:a="http://schemas.openxmlformats.org/drawingml/2006/main">
              <a:ext uri="{FF2B5EF4-FFF2-40B4-BE49-F238E27FC236}">
                <a16:creationId xmlns:a16="http://schemas.microsoft.com/office/drawing/2014/main" id="{20B6F143-A957-4383-8CCC-CEE36B3A8620}"/>
              </a:ext>
            </a:extLst>
          </p:cNvPr>
          <p:cNvSpPr>
            <a:spLocks xmlns:a="http://schemas.openxmlformats.org/drawingml/2006/main" noGrp="1"/>
          </p:cNvSpPr>
          <p:nvPr/>
        </p:nvSpPr>
        <p:spPr>
          <a:xfrm xmlns:a="http://schemas.openxmlformats.org/drawingml/2006/main">
            <a:off x="11505724" y="2857024"/>
            <a:ext cx="953" cy="953"/>
          </a:xfrm>
          <a:prstGeom xmlns:a="http://schemas.openxmlformats.org/drawingml/2006/main" prst="rect">
            <a:avLst/>
          </a:prstGeom>
          <a:noFill xmlns:a="http://schemas.openxmlformats.org/drawingml/2006/main"/>
          <a:ln xmlns:a="http://schemas.openxmlformats.org/drawingml/2006/main" w="15240">
            <a:noFill/>
          </a:ln>
        </p:spPr>
      </p:sp>
      <p:sp>
        <p:nvSpPr>
          <p:cNvPr id="187" name="vector-179">
            <a:extLst xmlns:a="http://schemas.openxmlformats.org/drawingml/2006/main">
              <a:ext uri="{FF2B5EF4-FFF2-40B4-BE49-F238E27FC236}">
                <a16:creationId xmlns:a16="http://schemas.microsoft.com/office/drawing/2014/main" id="{4C8E69A7-962C-4A8E-A945-9FCEB179DE96}"/>
              </a:ext>
            </a:extLst>
          </p:cNvPr>
          <p:cNvSpPr>
            <a:spLocks xmlns:a="http://schemas.openxmlformats.org/drawingml/2006/main" noGrp="1"/>
          </p:cNvSpPr>
          <p:nvPr/>
        </p:nvSpPr>
        <p:spPr>
          <a:xfrm xmlns:a="http://schemas.openxmlformats.org/drawingml/2006/main">
            <a:off x="12105799" y="2857024"/>
            <a:ext cx="953" cy="953"/>
          </a:xfrm>
          <a:prstGeom xmlns:a="http://schemas.openxmlformats.org/drawingml/2006/main" prst="rect">
            <a:avLst/>
          </a:prstGeom>
          <a:noFill xmlns:a="http://schemas.openxmlformats.org/drawingml/2006/main"/>
          <a:ln xmlns:a="http://schemas.openxmlformats.org/drawingml/2006/main" w="15240">
            <a:noFill/>
          </a:ln>
        </p:spPr>
      </p:sp>
      <p:cxnSp>
        <p:nvCxnSpPr>
          <p:cNvPr id="408" name=""/>
          <p:cNvCxnSpPr>
            <a:stCxn xmlns:a="http://schemas.openxmlformats.org/drawingml/2006/main" id="186" idx="3"/>
            <a:endCxn xmlns:a="http://schemas.openxmlformats.org/drawingml/2006/main" id="187" idx="1"/>
          </p:cNvCxnSpPr>
          <p:nvPr/>
        </p:nvCxnSpPr>
        <p:spPr>
          <a:xfrm xmlns:a="http://schemas.openxmlformats.org/drawingml/2006/main">
            <a:off x="11506677" y="2857501"/>
            <a:ext cx="599122" cy="0"/>
          </a:xfrm>
          <a:prstGeom xmlns:a="http://schemas.openxmlformats.org/drawingml/2006/main" prst="straightConnector1">
            <a:avLst/>
          </a:prstGeom>
          <a:ln xmlns:a="http://schemas.openxmlformats.org/drawingml/2006/main" w="17145">
            <a:solidFill>
              <a:srgbClr val="8B6BB4"/>
            </a:solidFill>
            <a:tailEnd type="triangle" w="sm" len="sm"/>
          </a:ln>
        </p:spPr>
      </p:cxnSp>
      <p:sp>
        <p:nvSpPr>
          <p:cNvPr id="189" name="path-180">
            <a:extLst xmlns:a="http://schemas.openxmlformats.org/drawingml/2006/main">
              <a:ext uri="{FF2B5EF4-FFF2-40B4-BE49-F238E27FC236}">
                <a16:creationId xmlns:a16="http://schemas.microsoft.com/office/drawing/2014/main" id="{5BB14D69-8567-46CE-94CF-2D55E844E7F9}"/>
              </a:ext>
            </a:extLst>
          </p:cNvPr>
          <p:cNvSpPr>
            <a:spLocks xmlns:a="http://schemas.openxmlformats.org/drawingml/2006/main" noGrp="1"/>
          </p:cNvSpPr>
          <p:nvPr/>
        </p:nvSpPr>
        <p:spPr>
          <a:xfrm xmlns:a="http://schemas.openxmlformats.org/drawingml/2006/main">
            <a:off x="12192000" y="2533650"/>
            <a:ext cx="85725" cy="676275"/>
          </a:xfrm>
          <a:custGeom xmlns:a="http://schemas.openxmlformats.org/drawingml/2006/main">
            <a:pathLst>
              <a:path w="85725" h="676275">
                <a:moveTo>
                  <a:pt x="85725" y="0"/>
                </a:moveTo>
                <a:lnTo>
                  <a:pt x="0" y="0"/>
                </a:lnTo>
                <a:lnTo>
                  <a:pt x="0" y="676275"/>
                </a:lnTo>
                <a:lnTo>
                  <a:pt x="85725" y="676275"/>
                </a:lnTo>
              </a:path>
            </a:pathLst>
          </a:custGeom>
          <a:noFill xmlns:a="http://schemas.openxmlformats.org/drawingml/2006/main"/>
          <a:ln xmlns:a="http://schemas.openxmlformats.org/drawingml/2006/main" w="14288">
            <a:solidFill>
              <a:srgbClr val="8B6BB4"/>
            </a:solidFill>
          </a:ln>
        </p:spPr>
      </p:sp>
      <p:sp>
        <p:nvSpPr>
          <p:cNvPr id="190" name="vector-181">
            <a:extLst xmlns:a="http://schemas.openxmlformats.org/drawingml/2006/main">
              <a:ext uri="{FF2B5EF4-FFF2-40B4-BE49-F238E27FC236}">
                <a16:creationId xmlns:a16="http://schemas.microsoft.com/office/drawing/2014/main" id="{CB63876F-3634-4376-AB3C-6D9161A1383D}"/>
              </a:ext>
            </a:extLst>
          </p:cNvPr>
          <p:cNvSpPr>
            <a:spLocks xmlns:a="http://schemas.openxmlformats.org/drawingml/2006/main" noGrp="1"/>
          </p:cNvSpPr>
          <p:nvPr/>
        </p:nvSpPr>
        <p:spPr>
          <a:xfrm xmlns:a="http://schemas.openxmlformats.org/drawingml/2006/main">
            <a:off x="12334875" y="2619375"/>
            <a:ext cx="219075" cy="104775"/>
          </a:xfrm>
          <a:prstGeom xmlns:a="http://schemas.openxmlformats.org/drawingml/2006/main" prst="roundRect">
            <a:avLst>
              <a:gd name="adj" fmla="val 50000"/>
            </a:avLst>
          </a:prstGeom>
          <a:solidFill xmlns:a="http://schemas.openxmlformats.org/drawingml/2006/main">
            <a:srgbClr val="8B6BB4"/>
          </a:solidFill>
          <a:ln xmlns:a="http://schemas.openxmlformats.org/drawingml/2006/main" w="0">
            <a:noFill/>
          </a:ln>
        </p:spPr>
      </p:sp>
      <p:sp>
        <p:nvSpPr>
          <p:cNvPr id="191" name="vector-182">
            <a:extLst xmlns:a="http://schemas.openxmlformats.org/drawingml/2006/main">
              <a:ext uri="{FF2B5EF4-FFF2-40B4-BE49-F238E27FC236}">
                <a16:creationId xmlns:a16="http://schemas.microsoft.com/office/drawing/2014/main" id="{7A89C3C7-256D-44F4-B59A-D6A24AB4BD6A}"/>
              </a:ext>
            </a:extLst>
          </p:cNvPr>
          <p:cNvSpPr>
            <a:spLocks xmlns:a="http://schemas.openxmlformats.org/drawingml/2006/main" noGrp="1"/>
          </p:cNvSpPr>
          <p:nvPr/>
        </p:nvSpPr>
        <p:spPr>
          <a:xfrm xmlns:a="http://schemas.openxmlformats.org/drawingml/2006/main">
            <a:off x="12334875" y="2838450"/>
            <a:ext cx="542925" cy="104775"/>
          </a:xfrm>
          <a:prstGeom xmlns:a="http://schemas.openxmlformats.org/drawingml/2006/main" prst="roundRect">
            <a:avLst>
              <a:gd name="adj" fmla="val 50000"/>
            </a:avLst>
          </a:prstGeom>
          <a:solidFill xmlns:a="http://schemas.openxmlformats.org/drawingml/2006/main">
            <a:srgbClr val="8B6BB4"/>
          </a:solidFill>
          <a:ln xmlns:a="http://schemas.openxmlformats.org/drawingml/2006/main" w="0">
            <a:noFill/>
          </a:ln>
        </p:spPr>
      </p:sp>
      <p:sp>
        <p:nvSpPr>
          <p:cNvPr id="192" name="vector-183">
            <a:extLst xmlns:a="http://schemas.openxmlformats.org/drawingml/2006/main">
              <a:ext uri="{FF2B5EF4-FFF2-40B4-BE49-F238E27FC236}">
                <a16:creationId xmlns:a16="http://schemas.microsoft.com/office/drawing/2014/main" id="{A5EEA584-0682-4719-912F-F112701A74A8}"/>
              </a:ext>
            </a:extLst>
          </p:cNvPr>
          <p:cNvSpPr>
            <a:spLocks xmlns:a="http://schemas.openxmlformats.org/drawingml/2006/main" noGrp="1"/>
          </p:cNvSpPr>
          <p:nvPr/>
        </p:nvSpPr>
        <p:spPr>
          <a:xfrm xmlns:a="http://schemas.openxmlformats.org/drawingml/2006/main">
            <a:off x="12334875" y="3057525"/>
            <a:ext cx="123825" cy="104775"/>
          </a:xfrm>
          <a:prstGeom xmlns:a="http://schemas.openxmlformats.org/drawingml/2006/main" prst="roundRect">
            <a:avLst>
              <a:gd name="adj" fmla="val 50000"/>
            </a:avLst>
          </a:prstGeom>
          <a:solidFill xmlns:a="http://schemas.openxmlformats.org/drawingml/2006/main">
            <a:srgbClr val="8B6BB4"/>
          </a:solidFill>
          <a:ln xmlns:a="http://schemas.openxmlformats.org/drawingml/2006/main" w="0">
            <a:noFill/>
          </a:ln>
        </p:spPr>
      </p:sp>
      <p:sp>
        <p:nvSpPr>
          <p:cNvPr id="193" name="path-184">
            <a:extLst xmlns:a="http://schemas.openxmlformats.org/drawingml/2006/main">
              <a:ext uri="{FF2B5EF4-FFF2-40B4-BE49-F238E27FC236}">
                <a16:creationId xmlns:a16="http://schemas.microsoft.com/office/drawing/2014/main" id="{45DD7DF6-8DE0-4FB2-8EB0-1A0B2567BD14}"/>
              </a:ext>
            </a:extLst>
          </p:cNvPr>
          <p:cNvSpPr>
            <a:spLocks xmlns:a="http://schemas.openxmlformats.org/drawingml/2006/main" noGrp="1"/>
          </p:cNvSpPr>
          <p:nvPr/>
        </p:nvSpPr>
        <p:spPr>
          <a:xfrm xmlns:a="http://schemas.openxmlformats.org/drawingml/2006/main">
            <a:off x="12954000" y="2533650"/>
            <a:ext cx="85725" cy="676275"/>
          </a:xfrm>
          <a:custGeom xmlns:a="http://schemas.openxmlformats.org/drawingml/2006/main">
            <a:pathLst>
              <a:path w="85725" h="676275">
                <a:moveTo>
                  <a:pt x="0" y="0"/>
                </a:moveTo>
                <a:lnTo>
                  <a:pt x="85725" y="0"/>
                </a:lnTo>
                <a:lnTo>
                  <a:pt x="85725" y="676275"/>
                </a:lnTo>
                <a:lnTo>
                  <a:pt x="0" y="676275"/>
                </a:lnTo>
              </a:path>
            </a:pathLst>
          </a:custGeom>
          <a:noFill xmlns:a="http://schemas.openxmlformats.org/drawingml/2006/main"/>
          <a:ln xmlns:a="http://schemas.openxmlformats.org/drawingml/2006/main" w="14288">
            <a:solidFill>
              <a:srgbClr val="8B6BB4"/>
            </a:solidFill>
          </a:ln>
        </p:spPr>
      </p:sp>
      <p:sp>
        <p:nvSpPr>
          <p:cNvPr id="194" name="vector-185">
            <a:extLst xmlns:a="http://schemas.openxmlformats.org/drawingml/2006/main">
              <a:ext uri="{FF2B5EF4-FFF2-40B4-BE49-F238E27FC236}">
                <a16:creationId xmlns:a16="http://schemas.microsoft.com/office/drawing/2014/main" id="{E80730C3-D108-4D54-8AA1-79E67EEF8A5B}"/>
              </a:ext>
            </a:extLst>
          </p:cNvPr>
          <p:cNvSpPr>
            <a:spLocks xmlns:a="http://schemas.openxmlformats.org/drawingml/2006/main" noGrp="1"/>
          </p:cNvSpPr>
          <p:nvPr/>
        </p:nvSpPr>
        <p:spPr>
          <a:xfrm xmlns:a="http://schemas.openxmlformats.org/drawingml/2006/main">
            <a:off x="11906250" y="3381375"/>
            <a:ext cx="1114425" cy="2762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8B6BB4"/>
                </a:solidFill>
                <a:latin typeface="Arial"/>
                <a:ea typeface="Arial"/>
                <a:cs typeface="Arial"/>
              </a:defRPr>
            </a:pPr>
            <a:r>
              <a:rPr sz="1800" b="0">
                <a:solidFill>
                  <a:srgbClr val="8B6BB4"/>
                </a:solidFill>
                <a:latin typeface="Arial"/>
                <a:ea typeface="Arial"/>
                <a:cs typeface="Arial"/>
              </a:rPr>
              <a:t>z₁, …, zₖ</a:t>
            </a:r>
          </a:p>
        </p:txBody>
      </p:sp>
      <p:sp>
        <p:nvSpPr>
          <p:cNvPr id="195" name="vector-186">
            <a:extLst xmlns:a="http://schemas.openxmlformats.org/drawingml/2006/main">
              <a:ext uri="{FF2B5EF4-FFF2-40B4-BE49-F238E27FC236}">
                <a16:creationId xmlns:a16="http://schemas.microsoft.com/office/drawing/2014/main" id="{1BBD65DD-0FBC-4594-889A-11593180E468}"/>
              </a:ext>
            </a:extLst>
          </p:cNvPr>
          <p:cNvSpPr>
            <a:spLocks xmlns:a="http://schemas.openxmlformats.org/drawingml/2006/main" noGrp="1"/>
          </p:cNvSpPr>
          <p:nvPr/>
        </p:nvSpPr>
        <p:spPr>
          <a:xfrm xmlns:a="http://schemas.openxmlformats.org/drawingml/2006/main">
            <a:off x="13182124" y="2857024"/>
            <a:ext cx="953" cy="953"/>
          </a:xfrm>
          <a:prstGeom xmlns:a="http://schemas.openxmlformats.org/drawingml/2006/main" prst="rect">
            <a:avLst/>
          </a:prstGeom>
          <a:noFill xmlns:a="http://schemas.openxmlformats.org/drawingml/2006/main"/>
          <a:ln xmlns:a="http://schemas.openxmlformats.org/drawingml/2006/main" w="15240">
            <a:noFill/>
          </a:ln>
        </p:spPr>
      </p:sp>
      <p:sp>
        <p:nvSpPr>
          <p:cNvPr id="196" name="vector-187">
            <a:extLst xmlns:a="http://schemas.openxmlformats.org/drawingml/2006/main">
              <a:ext uri="{FF2B5EF4-FFF2-40B4-BE49-F238E27FC236}">
                <a16:creationId xmlns:a16="http://schemas.microsoft.com/office/drawing/2014/main" id="{3F733FD8-D427-4E43-A6BA-75758086C710}"/>
              </a:ext>
            </a:extLst>
          </p:cNvPr>
          <p:cNvSpPr>
            <a:spLocks xmlns:a="http://schemas.openxmlformats.org/drawingml/2006/main" noGrp="1"/>
          </p:cNvSpPr>
          <p:nvPr/>
        </p:nvSpPr>
        <p:spPr>
          <a:xfrm xmlns:a="http://schemas.openxmlformats.org/drawingml/2006/main">
            <a:off x="13544074" y="2857024"/>
            <a:ext cx="953" cy="953"/>
          </a:xfrm>
          <a:prstGeom xmlns:a="http://schemas.openxmlformats.org/drawingml/2006/main" prst="rect">
            <a:avLst/>
          </a:prstGeom>
          <a:noFill xmlns:a="http://schemas.openxmlformats.org/drawingml/2006/main"/>
          <a:ln xmlns:a="http://schemas.openxmlformats.org/drawingml/2006/main" w="15240">
            <a:noFill/>
          </a:ln>
        </p:spPr>
      </p:sp>
      <p:cxnSp>
        <p:nvCxnSpPr>
          <p:cNvPr id="417" name=""/>
          <p:cNvCxnSpPr>
            <a:stCxn xmlns:a="http://schemas.openxmlformats.org/drawingml/2006/main" id="195" idx="3"/>
            <a:endCxn xmlns:a="http://schemas.openxmlformats.org/drawingml/2006/main" id="196" idx="1"/>
          </p:cNvCxnSpPr>
          <p:nvPr/>
        </p:nvCxnSpPr>
        <p:spPr>
          <a:xfrm xmlns:a="http://schemas.openxmlformats.org/drawingml/2006/main">
            <a:off x="13183077" y="2857501"/>
            <a:ext cx="360997" cy="0"/>
          </a:xfrm>
          <a:prstGeom xmlns:a="http://schemas.openxmlformats.org/drawingml/2006/main" prst="straightConnector1">
            <a:avLst/>
          </a:prstGeom>
          <a:ln xmlns:a="http://schemas.openxmlformats.org/drawingml/2006/main" w="17145">
            <a:solidFill>
              <a:srgbClr val="8B6BB4"/>
            </a:solidFill>
            <a:tailEnd type="triangle" w="sm" len="sm"/>
          </a:ln>
        </p:spPr>
      </p:cxnSp>
      <p:sp>
        <p:nvSpPr>
          <p:cNvPr id="198" name="vector-188">
            <a:extLst xmlns:a="http://schemas.openxmlformats.org/drawingml/2006/main">
              <a:ext uri="{FF2B5EF4-FFF2-40B4-BE49-F238E27FC236}">
                <a16:creationId xmlns:a16="http://schemas.microsoft.com/office/drawing/2014/main" id="{38522B80-E048-4CE7-87E0-C63EA2573909}"/>
              </a:ext>
            </a:extLst>
          </p:cNvPr>
          <p:cNvSpPr>
            <a:spLocks xmlns:a="http://schemas.openxmlformats.org/drawingml/2006/main" noGrp="1"/>
          </p:cNvSpPr>
          <p:nvPr/>
        </p:nvSpPr>
        <p:spPr>
          <a:xfrm xmlns:a="http://schemas.openxmlformats.org/drawingml/2006/main">
            <a:off x="13573125" y="2609850"/>
            <a:ext cx="495300" cy="495300"/>
          </a:xfrm>
          <a:prstGeom xmlns:a="http://schemas.openxmlformats.org/drawingml/2006/main" prst="ellipse">
            <a:avLst/>
          </a:prstGeom>
          <a:solidFill xmlns:a="http://schemas.openxmlformats.org/drawingml/2006/main">
            <a:srgbClr val="FBF4EA"/>
          </a:solidFill>
          <a:ln xmlns:a="http://schemas.openxmlformats.org/drawingml/2006/main" w="15240">
            <a:solidFill>
              <a:srgbClr val="B67F38"/>
            </a:solidFill>
          </a:ln>
        </p:spPr>
      </p:sp>
      <p:sp>
        <p:nvSpPr>
          <p:cNvPr id="199" name="vector-189">
            <a:extLst xmlns:a="http://schemas.openxmlformats.org/drawingml/2006/main">
              <a:ext uri="{FF2B5EF4-FFF2-40B4-BE49-F238E27FC236}">
                <a16:creationId xmlns:a16="http://schemas.microsoft.com/office/drawing/2014/main" id="{B9A6EE78-EBEC-4CF7-B05F-CD9895642BFC}"/>
              </a:ext>
            </a:extLst>
          </p:cNvPr>
          <p:cNvSpPr>
            <a:spLocks xmlns:a="http://schemas.openxmlformats.org/drawingml/2006/main" noGrp="1"/>
          </p:cNvSpPr>
          <p:nvPr/>
        </p:nvSpPr>
        <p:spPr>
          <a:xfrm xmlns:a="http://schemas.openxmlformats.org/drawingml/2006/main">
            <a:off x="13592175" y="2657475"/>
            <a:ext cx="457200" cy="4000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1">
                <a:solidFill>
                  <a:srgbClr val="B67F38"/>
                </a:solidFill>
                <a:latin typeface="Arial"/>
                <a:ea typeface="Arial"/>
                <a:cs typeface="Arial"/>
              </a:defRPr>
            </a:pPr>
            <a:r>
              <a:rPr sz="2100" b="1">
                <a:solidFill>
                  <a:srgbClr val="B67F38"/>
                </a:solidFill>
                <a:latin typeface="Arial"/>
                <a:ea typeface="Arial"/>
                <a:cs typeface="Arial"/>
              </a:rPr>
              <a:t>T</a:t>
            </a:r>
          </a:p>
        </p:txBody>
      </p:sp>
      <p:sp>
        <p:nvSpPr>
          <p:cNvPr id="200" name="vector-190">
            <a:extLst xmlns:a="http://schemas.openxmlformats.org/drawingml/2006/main">
              <a:ext uri="{FF2B5EF4-FFF2-40B4-BE49-F238E27FC236}">
                <a16:creationId xmlns:a16="http://schemas.microsoft.com/office/drawing/2014/main" id="{9940461F-86D7-4153-9486-1A8EE20AA4B7}"/>
              </a:ext>
            </a:extLst>
          </p:cNvPr>
          <p:cNvSpPr>
            <a:spLocks xmlns:a="http://schemas.openxmlformats.org/drawingml/2006/main" noGrp="1"/>
          </p:cNvSpPr>
          <p:nvPr/>
        </p:nvSpPr>
        <p:spPr>
          <a:xfrm xmlns:a="http://schemas.openxmlformats.org/drawingml/2006/main">
            <a:off x="13077825" y="3381375"/>
            <a:ext cx="1466850" cy="2762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B67F38"/>
                </a:solidFill>
                <a:latin typeface="Arial"/>
                <a:ea typeface="Arial"/>
                <a:cs typeface="Arial"/>
              </a:defRPr>
            </a:pPr>
            <a:r>
              <a:rPr sz="1725" b="0">
                <a:solidFill>
                  <a:srgbClr val="B67F38"/>
                </a:solidFill>
                <a:latin typeface="Arial"/>
                <a:ea typeface="Arial"/>
                <a:cs typeface="Arial"/>
              </a:rPr>
              <a:t>Calibrated T</a:t>
            </a:r>
          </a:p>
        </p:txBody>
      </p:sp>
      <p:sp>
        <p:nvSpPr>
          <p:cNvPr id="201" name="vector-191">
            <a:extLst xmlns:a="http://schemas.openxmlformats.org/drawingml/2006/main">
              <a:ext uri="{FF2B5EF4-FFF2-40B4-BE49-F238E27FC236}">
                <a16:creationId xmlns:a16="http://schemas.microsoft.com/office/drawing/2014/main" id="{835217F8-0D03-4CE2-B6B0-0AAF52622671}"/>
              </a:ext>
            </a:extLst>
          </p:cNvPr>
          <p:cNvSpPr>
            <a:spLocks xmlns:a="http://schemas.openxmlformats.org/drawingml/2006/main" noGrp="1"/>
          </p:cNvSpPr>
          <p:nvPr/>
        </p:nvSpPr>
        <p:spPr>
          <a:xfrm xmlns:a="http://schemas.openxmlformats.org/drawingml/2006/main">
            <a:off x="13087350" y="3724275"/>
            <a:ext cx="1476375"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0">
                <a:solidFill>
                  <a:srgbClr val="747E8A"/>
                </a:solidFill>
                <a:latin typeface="Arial"/>
                <a:ea typeface="Arial"/>
                <a:cs typeface="Arial"/>
              </a:defRPr>
            </a:pPr>
            <a:r>
              <a:rPr sz="1425" b="0">
                <a:solidFill>
                  <a:srgbClr val="747E8A"/>
                </a:solidFill>
                <a:latin typeface="Arial"/>
                <a:ea typeface="Arial"/>
                <a:cs typeface="Arial"/>
              </a:rPr>
              <a:t>fixed at inference</a:t>
            </a:r>
          </a:p>
        </p:txBody>
      </p:sp>
      <p:sp>
        <p:nvSpPr>
          <p:cNvPr id="202" name="vector-192">
            <a:extLst xmlns:a="http://schemas.openxmlformats.org/drawingml/2006/main">
              <a:ext uri="{FF2B5EF4-FFF2-40B4-BE49-F238E27FC236}">
                <a16:creationId xmlns:a16="http://schemas.microsoft.com/office/drawing/2014/main" id="{5B7ACE09-1825-4869-8403-BA0D2918F271}"/>
              </a:ext>
            </a:extLst>
          </p:cNvPr>
          <p:cNvSpPr>
            <a:spLocks xmlns:a="http://schemas.openxmlformats.org/drawingml/2006/main" noGrp="1"/>
          </p:cNvSpPr>
          <p:nvPr/>
        </p:nvSpPr>
        <p:spPr>
          <a:xfrm xmlns:a="http://schemas.openxmlformats.org/drawingml/2006/main">
            <a:off x="14144149" y="2857024"/>
            <a:ext cx="953" cy="953"/>
          </a:xfrm>
          <a:prstGeom xmlns:a="http://schemas.openxmlformats.org/drawingml/2006/main" prst="rect">
            <a:avLst/>
          </a:prstGeom>
          <a:noFill xmlns:a="http://schemas.openxmlformats.org/drawingml/2006/main"/>
          <a:ln xmlns:a="http://schemas.openxmlformats.org/drawingml/2006/main" w="15240">
            <a:noFill/>
          </a:ln>
        </p:spPr>
      </p:sp>
      <p:sp>
        <p:nvSpPr>
          <p:cNvPr id="203" name="vector-193">
            <a:extLst xmlns:a="http://schemas.openxmlformats.org/drawingml/2006/main">
              <a:ext uri="{FF2B5EF4-FFF2-40B4-BE49-F238E27FC236}">
                <a16:creationId xmlns:a16="http://schemas.microsoft.com/office/drawing/2014/main" id="{234E73C0-27F9-49F7-8BC2-46E71D36F489}"/>
              </a:ext>
            </a:extLst>
          </p:cNvPr>
          <p:cNvSpPr>
            <a:spLocks xmlns:a="http://schemas.openxmlformats.org/drawingml/2006/main" noGrp="1"/>
          </p:cNvSpPr>
          <p:nvPr/>
        </p:nvSpPr>
        <p:spPr>
          <a:xfrm xmlns:a="http://schemas.openxmlformats.org/drawingml/2006/main">
            <a:off x="14744224" y="2857024"/>
            <a:ext cx="953" cy="953"/>
          </a:xfrm>
          <a:prstGeom xmlns:a="http://schemas.openxmlformats.org/drawingml/2006/main" prst="rect">
            <a:avLst/>
          </a:prstGeom>
          <a:noFill xmlns:a="http://schemas.openxmlformats.org/drawingml/2006/main"/>
          <a:ln xmlns:a="http://schemas.openxmlformats.org/drawingml/2006/main" w="15240">
            <a:noFill/>
          </a:ln>
        </p:spPr>
      </p:sp>
      <p:cxnSp>
        <p:nvCxnSpPr>
          <p:cNvPr id="424" name=""/>
          <p:cNvCxnSpPr>
            <a:stCxn xmlns:a="http://schemas.openxmlformats.org/drawingml/2006/main" id="202" idx="3"/>
            <a:endCxn xmlns:a="http://schemas.openxmlformats.org/drawingml/2006/main" id="203" idx="1"/>
          </p:cNvCxnSpPr>
          <p:nvPr/>
        </p:nvCxnSpPr>
        <p:spPr>
          <a:xfrm xmlns:a="http://schemas.openxmlformats.org/drawingml/2006/main">
            <a:off x="14145102" y="2857501"/>
            <a:ext cx="599122" cy="0"/>
          </a:xfrm>
          <a:prstGeom xmlns:a="http://schemas.openxmlformats.org/drawingml/2006/main" prst="straightConnector1">
            <a:avLst/>
          </a:prstGeom>
          <a:ln xmlns:a="http://schemas.openxmlformats.org/drawingml/2006/main" w="17145">
            <a:solidFill>
              <a:srgbClr val="8B6BB4"/>
            </a:solidFill>
            <a:tailEnd type="triangle" w="sm" len="sm"/>
          </a:ln>
        </p:spPr>
      </p:cxnSp>
      <p:sp>
        <p:nvSpPr>
          <p:cNvPr id="205" name="vector-194">
            <a:extLst xmlns:a="http://schemas.openxmlformats.org/drawingml/2006/main">
              <a:ext uri="{FF2B5EF4-FFF2-40B4-BE49-F238E27FC236}">
                <a16:creationId xmlns:a16="http://schemas.microsoft.com/office/drawing/2014/main" id="{8FE8C3DE-E60F-4013-A6E2-94FBC1F65122}"/>
              </a:ext>
            </a:extLst>
          </p:cNvPr>
          <p:cNvSpPr>
            <a:spLocks xmlns:a="http://schemas.openxmlformats.org/drawingml/2006/main" noGrp="1"/>
          </p:cNvSpPr>
          <p:nvPr/>
        </p:nvSpPr>
        <p:spPr>
          <a:xfrm xmlns:a="http://schemas.openxmlformats.org/drawingml/2006/main">
            <a:off x="14839950" y="2543175"/>
            <a:ext cx="381000"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747E8A"/>
                </a:solidFill>
                <a:latin typeface="Arial"/>
                <a:ea typeface="Arial"/>
                <a:cs typeface="Arial"/>
              </a:defRPr>
            </a:pPr>
            <a:r>
              <a:rPr sz="1725" b="0">
                <a:solidFill>
                  <a:srgbClr val="747E8A"/>
                </a:solidFill>
                <a:latin typeface="Arial"/>
                <a:ea typeface="Arial"/>
                <a:cs typeface="Arial"/>
              </a:rPr>
              <a:t>a₁</a:t>
            </a:r>
          </a:p>
        </p:txBody>
      </p:sp>
      <p:sp>
        <p:nvSpPr>
          <p:cNvPr id="206" name="vector-195">
            <a:extLst xmlns:a="http://schemas.openxmlformats.org/drawingml/2006/main">
              <a:ext uri="{FF2B5EF4-FFF2-40B4-BE49-F238E27FC236}">
                <a16:creationId xmlns:a16="http://schemas.microsoft.com/office/drawing/2014/main" id="{59711EAC-2960-42F4-A781-5C77DD53CD36}"/>
              </a:ext>
            </a:extLst>
          </p:cNvPr>
          <p:cNvSpPr>
            <a:spLocks xmlns:a="http://schemas.openxmlformats.org/drawingml/2006/main" noGrp="1"/>
          </p:cNvSpPr>
          <p:nvPr/>
        </p:nvSpPr>
        <p:spPr>
          <a:xfrm xmlns:a="http://schemas.openxmlformats.org/drawingml/2006/main">
            <a:off x="15335250" y="2600325"/>
            <a:ext cx="409575" cy="133350"/>
          </a:xfrm>
          <a:prstGeom xmlns:a="http://schemas.openxmlformats.org/drawingml/2006/main" prst="roundRect">
            <a:avLst>
              <a:gd name="adj" fmla="val 50000"/>
            </a:avLst>
          </a:prstGeom>
          <a:solidFill xmlns:a="http://schemas.openxmlformats.org/drawingml/2006/main">
            <a:srgbClr val="C4B1DB"/>
          </a:solidFill>
          <a:ln xmlns:a="http://schemas.openxmlformats.org/drawingml/2006/main" w="0">
            <a:noFill/>
          </a:ln>
        </p:spPr>
      </p:sp>
      <p:sp>
        <p:nvSpPr>
          <p:cNvPr id="207" name="vector-196">
            <a:extLst xmlns:a="http://schemas.openxmlformats.org/drawingml/2006/main">
              <a:ext uri="{FF2B5EF4-FFF2-40B4-BE49-F238E27FC236}">
                <a16:creationId xmlns:a16="http://schemas.microsoft.com/office/drawing/2014/main" id="{27B25EDC-0C63-4AC0-B328-C40AD20F2091}"/>
              </a:ext>
            </a:extLst>
          </p:cNvPr>
          <p:cNvSpPr>
            <a:spLocks xmlns:a="http://schemas.openxmlformats.org/drawingml/2006/main" noGrp="1"/>
          </p:cNvSpPr>
          <p:nvPr/>
        </p:nvSpPr>
        <p:spPr>
          <a:xfrm xmlns:a="http://schemas.openxmlformats.org/drawingml/2006/main">
            <a:off x="14839950" y="2800350"/>
            <a:ext cx="381000"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8B6BB4"/>
                </a:solidFill>
                <a:latin typeface="Arial"/>
                <a:ea typeface="Arial"/>
                <a:cs typeface="Arial"/>
              </a:defRPr>
            </a:pPr>
            <a:r>
              <a:rPr sz="1725" b="1">
                <a:solidFill>
                  <a:srgbClr val="8B6BB4"/>
                </a:solidFill>
                <a:latin typeface="Arial"/>
                <a:ea typeface="Arial"/>
                <a:cs typeface="Arial"/>
              </a:rPr>
              <a:t>a₂</a:t>
            </a:r>
          </a:p>
        </p:txBody>
      </p:sp>
      <p:sp>
        <p:nvSpPr>
          <p:cNvPr id="208" name="vector-197">
            <a:extLst xmlns:a="http://schemas.openxmlformats.org/drawingml/2006/main">
              <a:ext uri="{FF2B5EF4-FFF2-40B4-BE49-F238E27FC236}">
                <a16:creationId xmlns:a16="http://schemas.microsoft.com/office/drawing/2014/main" id="{FE277F5A-DB00-4313-B212-7A6DBE03E3EC}"/>
              </a:ext>
            </a:extLst>
          </p:cNvPr>
          <p:cNvSpPr>
            <a:spLocks xmlns:a="http://schemas.openxmlformats.org/drawingml/2006/main" noGrp="1"/>
          </p:cNvSpPr>
          <p:nvPr/>
        </p:nvSpPr>
        <p:spPr>
          <a:xfrm xmlns:a="http://schemas.openxmlformats.org/drawingml/2006/main">
            <a:off x="15335250" y="2857500"/>
            <a:ext cx="1057275" cy="133350"/>
          </a:xfrm>
          <a:prstGeom xmlns:a="http://schemas.openxmlformats.org/drawingml/2006/main" prst="roundRect">
            <a:avLst>
              <a:gd name="adj" fmla="val 50000"/>
            </a:avLst>
          </a:prstGeom>
          <a:solidFill xmlns:a="http://schemas.openxmlformats.org/drawingml/2006/main">
            <a:srgbClr val="8B6BB4"/>
          </a:solidFill>
          <a:ln xmlns:a="http://schemas.openxmlformats.org/drawingml/2006/main" w="0">
            <a:noFill/>
          </a:ln>
        </p:spPr>
      </p:sp>
      <p:sp>
        <p:nvSpPr>
          <p:cNvPr id="209" name="vector-198">
            <a:extLst xmlns:a="http://schemas.openxmlformats.org/drawingml/2006/main">
              <a:ext uri="{FF2B5EF4-FFF2-40B4-BE49-F238E27FC236}">
                <a16:creationId xmlns:a16="http://schemas.microsoft.com/office/drawing/2014/main" id="{A4094B3A-8170-46ED-A1DB-2EF15019E8D7}"/>
              </a:ext>
            </a:extLst>
          </p:cNvPr>
          <p:cNvSpPr>
            <a:spLocks xmlns:a="http://schemas.openxmlformats.org/drawingml/2006/main" noGrp="1"/>
          </p:cNvSpPr>
          <p:nvPr/>
        </p:nvSpPr>
        <p:spPr>
          <a:xfrm xmlns:a="http://schemas.openxmlformats.org/drawingml/2006/main">
            <a:off x="14839950" y="3057525"/>
            <a:ext cx="381000"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747E8A"/>
                </a:solidFill>
                <a:latin typeface="Arial"/>
                <a:ea typeface="Arial"/>
                <a:cs typeface="Arial"/>
              </a:defRPr>
            </a:pPr>
            <a:r>
              <a:rPr sz="1725" b="0">
                <a:solidFill>
                  <a:srgbClr val="747E8A"/>
                </a:solidFill>
                <a:latin typeface="Arial"/>
                <a:ea typeface="Arial"/>
                <a:cs typeface="Arial"/>
              </a:rPr>
              <a:t>aₖ</a:t>
            </a:r>
          </a:p>
        </p:txBody>
      </p:sp>
      <p:sp>
        <p:nvSpPr>
          <p:cNvPr id="210" name="vector-199">
            <a:extLst xmlns:a="http://schemas.openxmlformats.org/drawingml/2006/main">
              <a:ext uri="{FF2B5EF4-FFF2-40B4-BE49-F238E27FC236}">
                <a16:creationId xmlns:a16="http://schemas.microsoft.com/office/drawing/2014/main" id="{029AB50C-8735-406D-AA30-70C4388D2FE5}"/>
              </a:ext>
            </a:extLst>
          </p:cNvPr>
          <p:cNvSpPr>
            <a:spLocks xmlns:a="http://schemas.openxmlformats.org/drawingml/2006/main" noGrp="1"/>
          </p:cNvSpPr>
          <p:nvPr/>
        </p:nvSpPr>
        <p:spPr>
          <a:xfrm xmlns:a="http://schemas.openxmlformats.org/drawingml/2006/main">
            <a:off x="15335250" y="3114675"/>
            <a:ext cx="247650" cy="133350"/>
          </a:xfrm>
          <a:prstGeom xmlns:a="http://schemas.openxmlformats.org/drawingml/2006/main" prst="roundRect">
            <a:avLst>
              <a:gd name="adj" fmla="val 50000"/>
            </a:avLst>
          </a:prstGeom>
          <a:solidFill xmlns:a="http://schemas.openxmlformats.org/drawingml/2006/main">
            <a:srgbClr val="C4B1DB"/>
          </a:solidFill>
          <a:ln xmlns:a="http://schemas.openxmlformats.org/drawingml/2006/main" w="0">
            <a:noFill/>
          </a:ln>
        </p:spPr>
      </p:sp>
      <p:sp>
        <p:nvSpPr>
          <p:cNvPr id="211" name="path-200">
            <a:extLst xmlns:a="http://schemas.openxmlformats.org/drawingml/2006/main">
              <a:ext uri="{FF2B5EF4-FFF2-40B4-BE49-F238E27FC236}">
                <a16:creationId xmlns:a16="http://schemas.microsoft.com/office/drawing/2014/main" id="{D0064AEE-CEB9-4210-ACAE-30ED375886F4}"/>
              </a:ext>
            </a:extLst>
          </p:cNvPr>
          <p:cNvSpPr>
            <a:spLocks xmlns:a="http://schemas.openxmlformats.org/drawingml/2006/main" noGrp="1"/>
          </p:cNvSpPr>
          <p:nvPr/>
        </p:nvSpPr>
        <p:spPr>
          <a:xfrm xmlns:a="http://schemas.openxmlformats.org/drawingml/2006/main">
            <a:off x="16544925" y="2828925"/>
            <a:ext cx="180975" cy="133350"/>
          </a:xfrm>
          <a:custGeom xmlns:a="http://schemas.openxmlformats.org/drawingml/2006/main">
            <a:pathLst>
              <a:path w="180975" h="133350">
                <a:moveTo>
                  <a:pt x="0" y="66675"/>
                </a:moveTo>
                <a:lnTo>
                  <a:pt x="66675" y="133350"/>
                </a:lnTo>
                <a:lnTo>
                  <a:pt x="180975" y="0"/>
                </a:lnTo>
              </a:path>
            </a:pathLst>
          </a:custGeom>
          <a:noFill xmlns:a="http://schemas.openxmlformats.org/drawingml/2006/main"/>
          <a:ln xmlns:a="http://schemas.openxmlformats.org/drawingml/2006/main" w="22860">
            <a:solidFill>
              <a:srgbClr val="8B6BB4"/>
            </a:solidFill>
          </a:ln>
        </p:spPr>
      </p:sp>
      <p:sp>
        <p:nvSpPr>
          <p:cNvPr id="212" name="vector-201">
            <a:extLst xmlns:a="http://schemas.openxmlformats.org/drawingml/2006/main">
              <a:ext uri="{FF2B5EF4-FFF2-40B4-BE49-F238E27FC236}">
                <a16:creationId xmlns:a16="http://schemas.microsoft.com/office/drawing/2014/main" id="{3854FA12-8C79-48D5-B308-2B485C64DE2B}"/>
              </a:ext>
            </a:extLst>
          </p:cNvPr>
          <p:cNvSpPr>
            <a:spLocks xmlns:a="http://schemas.openxmlformats.org/drawingml/2006/main" noGrp="1"/>
          </p:cNvSpPr>
          <p:nvPr/>
        </p:nvSpPr>
        <p:spPr>
          <a:xfrm xmlns:a="http://schemas.openxmlformats.org/drawingml/2006/main">
            <a:off x="14649450" y="3381375"/>
            <a:ext cx="2257425" cy="3048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8B6BB4"/>
                </a:solidFill>
                <a:latin typeface="Arial"/>
                <a:ea typeface="Arial"/>
                <a:cs typeface="Arial"/>
              </a:defRPr>
            </a:pPr>
            <a:r>
              <a:rPr sz="1800" b="0">
                <a:solidFill>
                  <a:srgbClr val="8B6BB4"/>
                </a:solidFill>
                <a:latin typeface="Arial"/>
                <a:ea typeface="Arial"/>
                <a:cs typeface="Arial"/>
              </a:rPr>
              <a:t>p = softmax(z/T)</a:t>
            </a:r>
          </a:p>
        </p:txBody>
      </p:sp>
      <p:sp>
        <p:nvSpPr>
          <p:cNvPr id="213" name="vector-202">
            <a:extLst xmlns:a="http://schemas.openxmlformats.org/drawingml/2006/main">
              <a:ext uri="{FF2B5EF4-FFF2-40B4-BE49-F238E27FC236}">
                <a16:creationId xmlns:a16="http://schemas.microsoft.com/office/drawing/2014/main" id="{1406BE66-0C0D-4F59-A610-CB6BFA8274F3}"/>
              </a:ext>
            </a:extLst>
          </p:cNvPr>
          <p:cNvSpPr>
            <a:spLocks xmlns:a="http://schemas.openxmlformats.org/drawingml/2006/main" noGrp="1"/>
          </p:cNvSpPr>
          <p:nvPr/>
        </p:nvSpPr>
        <p:spPr>
          <a:xfrm xmlns:a="http://schemas.openxmlformats.org/drawingml/2006/main">
            <a:off x="14878050" y="3838575"/>
            <a:ext cx="1914525"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747E8A"/>
                </a:solidFill>
                <a:latin typeface="Arial"/>
                <a:ea typeface="Arial"/>
                <a:cs typeface="Arial"/>
              </a:defRPr>
            </a:pPr>
            <a:r>
              <a:rPr sz="1725" b="0">
                <a:solidFill>
                  <a:srgbClr val="747E8A"/>
                </a:solidFill>
                <a:latin typeface="Arial"/>
                <a:ea typeface="Arial"/>
                <a:cs typeface="Arial"/>
              </a:rPr>
              <a:t>Choose argmax</a:t>
            </a:r>
          </a:p>
        </p:txBody>
      </p:sp>
      <p:sp>
        <p:nvSpPr>
          <p:cNvPr id="214" name="path-203">
            <a:extLst xmlns:a="http://schemas.openxmlformats.org/drawingml/2006/main">
              <a:ext uri="{FF2B5EF4-FFF2-40B4-BE49-F238E27FC236}">
                <a16:creationId xmlns:a16="http://schemas.microsoft.com/office/drawing/2014/main" id="{976392A6-B667-4209-A3C9-99FDBF12A6AE}"/>
              </a:ext>
            </a:extLst>
          </p:cNvPr>
          <p:cNvSpPr>
            <a:spLocks xmlns:a="http://schemas.openxmlformats.org/drawingml/2006/main" noGrp="1"/>
          </p:cNvSpPr>
          <p:nvPr/>
        </p:nvSpPr>
        <p:spPr>
          <a:xfrm xmlns:a="http://schemas.openxmlformats.org/drawingml/2006/main">
            <a:off x="333375" y="5010150"/>
            <a:ext cx="16478250" cy="953"/>
          </a:xfrm>
          <a:custGeom xmlns:a="http://schemas.openxmlformats.org/drawingml/2006/main">
            <a:pathLst>
              <a:path w="16478250" h="953">
                <a:moveTo>
                  <a:pt x="0" y="0"/>
                </a:moveTo>
                <a:lnTo>
                  <a:pt x="16478250" y="0"/>
                </a:lnTo>
              </a:path>
            </a:pathLst>
          </a:custGeom>
          <a:noFill xmlns:a="http://schemas.openxmlformats.org/drawingml/2006/main"/>
          <a:ln xmlns:a="http://schemas.openxmlformats.org/drawingml/2006/main" w="11430">
            <a:solidFill>
              <a:srgbClr val="E7EBF0"/>
            </a:solidFill>
          </a:ln>
        </p:spPr>
      </p:sp>
      <p:sp>
        <p:nvSpPr>
          <p:cNvPr id="215" name="vector-204">
            <a:extLst xmlns:a="http://schemas.openxmlformats.org/drawingml/2006/main">
              <a:ext uri="{FF2B5EF4-FFF2-40B4-BE49-F238E27FC236}">
                <a16:creationId xmlns:a16="http://schemas.microsoft.com/office/drawing/2014/main" id="{0DCCC8AE-3F9E-43AB-BD83-7ABD9977791E}"/>
              </a:ext>
            </a:extLst>
          </p:cNvPr>
          <p:cNvSpPr>
            <a:spLocks xmlns:a="http://schemas.openxmlformats.org/drawingml/2006/main" noGrp="1"/>
          </p:cNvSpPr>
          <p:nvPr/>
        </p:nvSpPr>
        <p:spPr>
          <a:xfrm xmlns:a="http://schemas.openxmlformats.org/drawingml/2006/main">
            <a:off x="400050" y="5200650"/>
            <a:ext cx="133350" cy="1143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4288">
            <a:solidFill>
              <a:srgbClr val="747E8A"/>
            </a:solidFill>
          </a:ln>
        </p:spPr>
      </p:sp>
      <p:sp>
        <p:nvSpPr>
          <p:cNvPr id="216" name="path-205">
            <a:extLst xmlns:a="http://schemas.openxmlformats.org/drawingml/2006/main">
              <a:ext uri="{FF2B5EF4-FFF2-40B4-BE49-F238E27FC236}">
                <a16:creationId xmlns:a16="http://schemas.microsoft.com/office/drawing/2014/main" id="{8AC94E3A-E87B-4DDE-9625-95C4E5F478EE}"/>
              </a:ext>
            </a:extLst>
          </p:cNvPr>
          <p:cNvSpPr>
            <a:spLocks xmlns:a="http://schemas.openxmlformats.org/drawingml/2006/main" noGrp="1"/>
          </p:cNvSpPr>
          <p:nvPr/>
        </p:nvSpPr>
        <p:spPr>
          <a:xfrm xmlns:a="http://schemas.openxmlformats.org/drawingml/2006/main">
            <a:off x="419100" y="5105400"/>
            <a:ext cx="95250" cy="95250"/>
          </a:xfrm>
          <a:custGeom xmlns:a="http://schemas.openxmlformats.org/drawingml/2006/main">
            <a:pathLst>
              <a:path w="95250" h="95250">
                <a:moveTo>
                  <a:pt x="0" y="95250"/>
                </a:moveTo>
                <a:lnTo>
                  <a:pt x="0" y="28575"/>
                </a:lnTo>
                <a:lnTo>
                  <a:pt x="47625" y="0"/>
                </a:lnTo>
                <a:lnTo>
                  <a:pt x="95250" y="28575"/>
                </a:lnTo>
                <a:lnTo>
                  <a:pt x="95250" y="95250"/>
                </a:lnTo>
              </a:path>
            </a:pathLst>
          </a:custGeom>
          <a:noFill xmlns:a="http://schemas.openxmlformats.org/drawingml/2006/main"/>
          <a:ln xmlns:a="http://schemas.openxmlformats.org/drawingml/2006/main" w="14288">
            <a:solidFill>
              <a:srgbClr val="747E8A"/>
            </a:solidFill>
          </a:ln>
        </p:spPr>
      </p:sp>
      <p:sp>
        <p:nvSpPr>
          <p:cNvPr id="217" name="vector-206">
            <a:extLst xmlns:a="http://schemas.openxmlformats.org/drawingml/2006/main">
              <a:ext uri="{FF2B5EF4-FFF2-40B4-BE49-F238E27FC236}">
                <a16:creationId xmlns:a16="http://schemas.microsoft.com/office/drawing/2014/main" id="{0B83326E-198D-442D-8FCF-95ADA593D136}"/>
              </a:ext>
            </a:extLst>
          </p:cNvPr>
          <p:cNvSpPr>
            <a:spLocks xmlns:a="http://schemas.openxmlformats.org/drawingml/2006/main" noGrp="1"/>
          </p:cNvSpPr>
          <p:nvPr/>
        </p:nvSpPr>
        <p:spPr>
          <a:xfrm xmlns:a="http://schemas.openxmlformats.org/drawingml/2006/main">
            <a:off x="609600" y="5048250"/>
            <a:ext cx="1971675"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0">
                <a:solidFill>
                  <a:srgbClr val="747E8A"/>
                </a:solidFill>
                <a:latin typeface="Arial"/>
                <a:ea typeface="Arial"/>
                <a:cs typeface="Arial"/>
              </a:defRPr>
            </a:pPr>
            <a:r>
              <a:rPr sz="1500" b="0">
                <a:solidFill>
                  <a:srgbClr val="747E8A"/>
                </a:solidFill>
                <a:latin typeface="Arial"/>
                <a:ea typeface="Arial"/>
                <a:cs typeface="Arial"/>
              </a:rPr>
              <a:t>Frozen base weights</a:t>
            </a:r>
          </a:p>
        </p:txBody>
      </p:sp>
      <p:sp>
        <p:nvSpPr>
          <p:cNvPr id="218" name="vector-207">
            <a:extLst xmlns:a="http://schemas.openxmlformats.org/drawingml/2006/main">
              <a:ext uri="{FF2B5EF4-FFF2-40B4-BE49-F238E27FC236}">
                <a16:creationId xmlns:a16="http://schemas.microsoft.com/office/drawing/2014/main" id="{4E075632-FCC9-4DB4-8CAB-BB3AB1BAFB3B}"/>
              </a:ext>
            </a:extLst>
          </p:cNvPr>
          <p:cNvSpPr>
            <a:spLocks xmlns:a="http://schemas.openxmlformats.org/drawingml/2006/main" noGrp="1"/>
          </p:cNvSpPr>
          <p:nvPr/>
        </p:nvSpPr>
        <p:spPr>
          <a:xfrm xmlns:a="http://schemas.openxmlformats.org/drawingml/2006/main">
            <a:off x="2833688" y="5129213"/>
            <a:ext cx="85725" cy="85725"/>
          </a:xfrm>
          <a:prstGeom xmlns:a="http://schemas.openxmlformats.org/drawingml/2006/main" prst="ellipse">
            <a:avLst/>
          </a:prstGeom>
          <a:solidFill xmlns:a="http://schemas.openxmlformats.org/drawingml/2006/main">
            <a:srgbClr val="B67F38"/>
          </a:solidFill>
          <a:ln xmlns:a="http://schemas.openxmlformats.org/drawingml/2006/main" w="15240">
            <a:noFill/>
          </a:ln>
        </p:spPr>
      </p:sp>
      <p:sp>
        <p:nvSpPr>
          <p:cNvPr id="219" name="vector-208">
            <a:extLst xmlns:a="http://schemas.openxmlformats.org/drawingml/2006/main">
              <a:ext uri="{FF2B5EF4-FFF2-40B4-BE49-F238E27FC236}">
                <a16:creationId xmlns:a16="http://schemas.microsoft.com/office/drawing/2014/main" id="{D57CBFFC-2530-44F9-9933-39733704EAE5}"/>
              </a:ext>
            </a:extLst>
          </p:cNvPr>
          <p:cNvSpPr>
            <a:spLocks xmlns:a="http://schemas.openxmlformats.org/drawingml/2006/main" noGrp="1"/>
          </p:cNvSpPr>
          <p:nvPr/>
        </p:nvSpPr>
        <p:spPr>
          <a:xfrm xmlns:a="http://schemas.openxmlformats.org/drawingml/2006/main">
            <a:off x="3009900" y="5048250"/>
            <a:ext cx="3790950"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0">
                <a:solidFill>
                  <a:srgbClr val="747E8A"/>
                </a:solidFill>
                <a:latin typeface="Arial"/>
                <a:ea typeface="Arial"/>
                <a:cs typeface="Arial"/>
              </a:defRPr>
            </a:pPr>
            <a:r>
              <a:rPr sz="1500" b="0">
                <a:solidFill>
                  <a:srgbClr val="747E8A"/>
                </a:solidFill>
                <a:latin typeface="Arial"/>
                <a:ea typeface="Arial"/>
                <a:cs typeface="Arial"/>
              </a:rPr>
              <a:t>Trainable LoRA, projections and head</a:t>
            </a:r>
          </a:p>
        </p:txBody>
      </p:sp>
      <p:sp>
        <p:nvSpPr>
          <p:cNvPr id="220" name="vector-209">
            <a:extLst xmlns:a="http://schemas.openxmlformats.org/drawingml/2006/main">
              <a:ext uri="{FF2B5EF4-FFF2-40B4-BE49-F238E27FC236}">
                <a16:creationId xmlns:a16="http://schemas.microsoft.com/office/drawing/2014/main" id="{DB5EA05E-1401-4B06-862F-DE0F7645880A}"/>
              </a:ext>
            </a:extLst>
          </p:cNvPr>
          <p:cNvSpPr>
            <a:spLocks xmlns:a="http://schemas.openxmlformats.org/drawingml/2006/main" noGrp="1"/>
          </p:cNvSpPr>
          <p:nvPr/>
        </p:nvSpPr>
        <p:spPr>
          <a:xfrm xmlns:a="http://schemas.openxmlformats.org/drawingml/2006/main">
            <a:off x="10048875" y="5048250"/>
            <a:ext cx="6686550"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747E8A"/>
                </a:solidFill>
                <a:latin typeface="Arial"/>
                <a:ea typeface="Arial"/>
                <a:cs typeface="Arial"/>
              </a:defRPr>
            </a:pPr>
            <a:r>
              <a:rPr sz="1575" b="0">
                <a:solidFill>
                  <a:srgbClr val="747E8A"/>
                </a:solidFill>
                <a:latin typeface="Arial"/>
                <a:ea typeface="Arial"/>
                <a:cs typeface="Arial"/>
              </a:rPr>
              <a:t>Batched candidate scoring, no autoregressive decoding</a:t>
            </a:r>
          </a:p>
        </p:txBody>
      </p:sp>
    </p:spTree>
    <p:extLst>
      <p:ext uri="{BB962C8B-B14F-4D97-AF65-F5344CB8AC3E}">
        <p14:creationId xmlns:p14="http://schemas.microsoft.com/office/powerpoint/2010/main" val="18044230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2026-10-01T12:27:51.1040000Z</dcterms:created>
  <dcterms:modified xsi:type="dcterms:W3CDTF">2026-10-01T12:27:51.1040000Z</dcterms:modified>
</coreProperties>
</file>